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0" r:id="rId4"/>
    <p:sldId id="271" r:id="rId5"/>
    <p:sldId id="269" r:id="rId6"/>
    <p:sldId id="272" r:id="rId7"/>
    <p:sldId id="291" r:id="rId8"/>
    <p:sldId id="283" r:id="rId9"/>
    <p:sldId id="284" r:id="rId10"/>
    <p:sldId id="285" r:id="rId11"/>
    <p:sldId id="286" r:id="rId12"/>
    <p:sldId id="274" r:id="rId13"/>
    <p:sldId id="288" r:id="rId14"/>
    <p:sldId id="276" r:id="rId15"/>
    <p:sldId id="280" r:id="rId16"/>
    <p:sldId id="281" r:id="rId17"/>
    <p:sldId id="292" r:id="rId18"/>
    <p:sldId id="293" r:id="rId19"/>
    <p:sldId id="294" r:id="rId20"/>
    <p:sldId id="290" r:id="rId21"/>
    <p:sldId id="287" r:id="rId22"/>
    <p:sldId id="289" r:id="rId23"/>
    <p:sldId id="282" r:id="rId2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157B"/>
    <a:srgbClr val="66B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28DC70-7BD4-4A65-9C20-E13AD78749E9}" v="37" dt="2026-02-04T08:34:58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 de Jong" userId="48e7bb5b-05b4-44db-9994-eb6f1a717f90" providerId="ADAL" clId="{3F4AFC59-A832-454A-A959-B03A5466F49F}"/>
    <pc:docChg chg="custSel modSld">
      <pc:chgData name="Gert de Jong" userId="48e7bb5b-05b4-44db-9994-eb6f1a717f90" providerId="ADAL" clId="{3F4AFC59-A832-454A-A959-B03A5466F49F}" dt="2026-02-04T08:34:58.902" v="100"/>
      <pc:docMkLst>
        <pc:docMk/>
      </pc:docMkLst>
      <pc:sldChg chg="modAnim">
        <pc:chgData name="Gert de Jong" userId="48e7bb5b-05b4-44db-9994-eb6f1a717f90" providerId="ADAL" clId="{3F4AFC59-A832-454A-A959-B03A5466F49F}" dt="2026-02-04T08:16:33.281" v="3"/>
        <pc:sldMkLst>
          <pc:docMk/>
          <pc:sldMk cId="993888373" sldId="268"/>
        </pc:sldMkLst>
      </pc:sldChg>
      <pc:sldChg chg="modSp mod">
        <pc:chgData name="Gert de Jong" userId="48e7bb5b-05b4-44db-9994-eb6f1a717f90" providerId="ADAL" clId="{3F4AFC59-A832-454A-A959-B03A5466F49F}" dt="2026-02-04T08:32:18.610" v="53" actId="1582"/>
        <pc:sldMkLst>
          <pc:docMk/>
          <pc:sldMk cId="3041797883" sldId="269"/>
        </pc:sldMkLst>
        <pc:spChg chg="mod">
          <ac:chgData name="Gert de Jong" userId="48e7bb5b-05b4-44db-9994-eb6f1a717f90" providerId="ADAL" clId="{3F4AFC59-A832-454A-A959-B03A5466F49F}" dt="2026-02-04T08:32:18.610" v="53" actId="1582"/>
          <ac:spMkLst>
            <pc:docMk/>
            <pc:sldMk cId="3041797883" sldId="269"/>
            <ac:spMk id="9" creationId="{C9E33A36-40DB-0E18-4719-2756AF89C891}"/>
          </ac:spMkLst>
        </pc:spChg>
      </pc:sldChg>
      <pc:sldChg chg="modSp">
        <pc:chgData name="Gert de Jong" userId="48e7bb5b-05b4-44db-9994-eb6f1a717f90" providerId="ADAL" clId="{3F4AFC59-A832-454A-A959-B03A5466F49F}" dt="2026-02-04T08:18:36.374" v="5" actId="20577"/>
        <pc:sldMkLst>
          <pc:docMk/>
          <pc:sldMk cId="1290131810" sldId="272"/>
        </pc:sldMkLst>
        <pc:spChg chg="mod">
          <ac:chgData name="Gert de Jong" userId="48e7bb5b-05b4-44db-9994-eb6f1a717f90" providerId="ADAL" clId="{3F4AFC59-A832-454A-A959-B03A5466F49F}" dt="2026-02-04T08:18:36.374" v="5" actId="20577"/>
          <ac:spMkLst>
            <pc:docMk/>
            <pc:sldMk cId="1290131810" sldId="272"/>
            <ac:spMk id="4" creationId="{54C238A2-5A50-1673-3763-A1C107C92726}"/>
          </ac:spMkLst>
        </pc:spChg>
      </pc:sldChg>
      <pc:sldChg chg="delSp mod modTransition modAnim">
        <pc:chgData name="Gert de Jong" userId="48e7bb5b-05b4-44db-9994-eb6f1a717f90" providerId="ADAL" clId="{3F4AFC59-A832-454A-A959-B03A5466F49F}" dt="2026-02-04T08:33:32.395" v="54"/>
        <pc:sldMkLst>
          <pc:docMk/>
          <pc:sldMk cId="2177387749" sldId="281"/>
        </pc:sldMkLst>
        <pc:spChg chg="del">
          <ac:chgData name="Gert de Jong" userId="48e7bb5b-05b4-44db-9994-eb6f1a717f90" providerId="ADAL" clId="{3F4AFC59-A832-454A-A959-B03A5466F49F}" dt="2026-02-04T08:24:07.618" v="9" actId="478"/>
          <ac:spMkLst>
            <pc:docMk/>
            <pc:sldMk cId="2177387749" sldId="281"/>
            <ac:spMk id="2" creationId="{241CB98A-2109-CF26-7BE2-E73F75C5F3BB}"/>
          </ac:spMkLst>
        </pc:spChg>
      </pc:sldChg>
      <pc:sldChg chg="modSp mod modAnim">
        <pc:chgData name="Gert de Jong" userId="48e7bb5b-05b4-44db-9994-eb6f1a717f90" providerId="ADAL" clId="{3F4AFC59-A832-454A-A959-B03A5466F49F}" dt="2026-02-04T08:34:58.902" v="100"/>
        <pc:sldMkLst>
          <pc:docMk/>
          <pc:sldMk cId="4103725536" sldId="282"/>
        </pc:sldMkLst>
        <pc:spChg chg="mod">
          <ac:chgData name="Gert de Jong" userId="48e7bb5b-05b4-44db-9994-eb6f1a717f90" providerId="ADAL" clId="{3F4AFC59-A832-454A-A959-B03A5466F49F}" dt="2026-02-04T08:34:43.267" v="99" actId="5793"/>
          <ac:spMkLst>
            <pc:docMk/>
            <pc:sldMk cId="4103725536" sldId="282"/>
            <ac:spMk id="3" creationId="{A4BF29DE-9EAE-0ADB-AB77-1B78127A037D}"/>
          </ac:spMkLst>
        </pc:spChg>
      </pc:sldChg>
      <pc:sldChg chg="addSp delSp modSp mod delAnim modAnim">
        <pc:chgData name="Gert de Jong" userId="48e7bb5b-05b4-44db-9994-eb6f1a717f90" providerId="ADAL" clId="{3F4AFC59-A832-454A-A959-B03A5466F49F}" dt="2026-02-04T08:29:44.048" v="39" actId="1440"/>
        <pc:sldMkLst>
          <pc:docMk/>
          <pc:sldMk cId="3354960297" sldId="287"/>
        </pc:sldMkLst>
        <pc:picChg chg="add mod">
          <ac:chgData name="Gert de Jong" userId="48e7bb5b-05b4-44db-9994-eb6f1a717f90" providerId="ADAL" clId="{3F4AFC59-A832-454A-A959-B03A5466F49F}" dt="2026-02-04T08:29:44.048" v="39" actId="1440"/>
          <ac:picMkLst>
            <pc:docMk/>
            <pc:sldMk cId="3354960297" sldId="287"/>
            <ac:picMk id="3" creationId="{F605B22F-49AB-17D3-7A3E-CC397890F1B9}"/>
          </ac:picMkLst>
        </pc:picChg>
        <pc:picChg chg="del">
          <ac:chgData name="Gert de Jong" userId="48e7bb5b-05b4-44db-9994-eb6f1a717f90" providerId="ADAL" clId="{3F4AFC59-A832-454A-A959-B03A5466F49F}" dt="2026-02-04T08:25:04.316" v="10" actId="478"/>
          <ac:picMkLst>
            <pc:docMk/>
            <pc:sldMk cId="3354960297" sldId="287"/>
            <ac:picMk id="6" creationId="{D8BDA6C4-E7BE-46D1-12CC-391F68357DFB}"/>
          </ac:picMkLst>
        </pc:picChg>
      </pc:sldChg>
      <pc:sldChg chg="modSp mod">
        <pc:chgData name="Gert de Jong" userId="48e7bb5b-05b4-44db-9994-eb6f1a717f90" providerId="ADAL" clId="{3F4AFC59-A832-454A-A959-B03A5466F49F}" dt="2026-02-04T08:30:28.976" v="46" actId="20577"/>
        <pc:sldMkLst>
          <pc:docMk/>
          <pc:sldMk cId="1681112561" sldId="289"/>
        </pc:sldMkLst>
        <pc:spChg chg="mod">
          <ac:chgData name="Gert de Jong" userId="48e7bb5b-05b4-44db-9994-eb6f1a717f90" providerId="ADAL" clId="{3F4AFC59-A832-454A-A959-B03A5466F49F}" dt="2026-02-04T08:30:28.976" v="46" actId="20577"/>
          <ac:spMkLst>
            <pc:docMk/>
            <pc:sldMk cId="1681112561" sldId="289"/>
            <ac:spMk id="3" creationId="{4E54A971-EC76-2860-9375-BD1DF5914F21}"/>
          </ac:spMkLst>
        </pc:spChg>
      </pc:sldChg>
      <pc:sldChg chg="modAnim">
        <pc:chgData name="Gert de Jong" userId="48e7bb5b-05b4-44db-9994-eb6f1a717f90" providerId="ADAL" clId="{3F4AFC59-A832-454A-A959-B03A5466F49F}" dt="2026-02-04T08:23:33.061" v="7"/>
        <pc:sldMkLst>
          <pc:docMk/>
          <pc:sldMk cId="3710418280" sldId="292"/>
        </pc:sldMkLst>
      </pc:sldChg>
      <pc:sldChg chg="modAnim">
        <pc:chgData name="Gert de Jong" userId="48e7bb5b-05b4-44db-9994-eb6f1a717f90" providerId="ADAL" clId="{3F4AFC59-A832-454A-A959-B03A5466F49F}" dt="2026-02-04T08:23:42.423" v="8"/>
        <pc:sldMkLst>
          <pc:docMk/>
          <pc:sldMk cId="3723676261" sldId="294"/>
        </pc:sldMkLst>
      </pc:sldChg>
    </pc:docChg>
  </pc:docChgLst>
  <pc:docChgLst>
    <pc:chgData name="Gert de Jong" userId="48e7bb5b-05b4-44db-9994-eb6f1a717f90" providerId="ADAL" clId="{1459B1A3-B96C-409B-B9AA-2BAE57D88C6A}"/>
    <pc:docChg chg="undo custSel addSld delSld modSld sldOrd">
      <pc:chgData name="Gert de Jong" userId="48e7bb5b-05b4-44db-9994-eb6f1a717f90" providerId="ADAL" clId="{1459B1A3-B96C-409B-B9AA-2BAE57D88C6A}" dt="2026-01-29T09:08:54.315" v="1473" actId="20577"/>
      <pc:docMkLst>
        <pc:docMk/>
      </pc:docMkLst>
      <pc:sldChg chg="modSp mod">
        <pc:chgData name="Gert de Jong" userId="48e7bb5b-05b4-44db-9994-eb6f1a717f90" providerId="ADAL" clId="{1459B1A3-B96C-409B-B9AA-2BAE57D88C6A}" dt="2026-01-29T09:08:54.315" v="1473" actId="20577"/>
        <pc:sldMkLst>
          <pc:docMk/>
          <pc:sldMk cId="993888373" sldId="268"/>
        </pc:sldMkLst>
        <pc:spChg chg="mod">
          <ac:chgData name="Gert de Jong" userId="48e7bb5b-05b4-44db-9994-eb6f1a717f90" providerId="ADAL" clId="{1459B1A3-B96C-409B-B9AA-2BAE57D88C6A}" dt="2026-01-29T09:08:54.315" v="1473" actId="20577"/>
          <ac:spMkLst>
            <pc:docMk/>
            <pc:sldMk cId="993888373" sldId="268"/>
            <ac:spMk id="5" creationId="{A917329F-9EC1-31EF-8F46-14A48EC95C1A}"/>
          </ac:spMkLst>
        </pc:spChg>
      </pc:sldChg>
      <pc:sldChg chg="addSp delSp modSp mod delAnim modAnim">
        <pc:chgData name="Gert de Jong" userId="48e7bb5b-05b4-44db-9994-eb6f1a717f90" providerId="ADAL" clId="{1459B1A3-B96C-409B-B9AA-2BAE57D88C6A}" dt="2026-01-29T08:52:14.346" v="931"/>
        <pc:sldMkLst>
          <pc:docMk/>
          <pc:sldMk cId="3041797883" sldId="269"/>
        </pc:sldMkLst>
        <pc:spChg chg="mod">
          <ac:chgData name="Gert de Jong" userId="48e7bb5b-05b4-44db-9994-eb6f1a717f90" providerId="ADAL" clId="{1459B1A3-B96C-409B-B9AA-2BAE57D88C6A}" dt="2026-01-23T14:29:58.803" v="685" actId="20577"/>
          <ac:spMkLst>
            <pc:docMk/>
            <pc:sldMk cId="3041797883" sldId="269"/>
            <ac:spMk id="4" creationId="{505AB35B-DDD0-F9F3-C7B3-C2E878DA587C}"/>
          </ac:spMkLst>
        </pc:spChg>
        <pc:spChg chg="mod">
          <ac:chgData name="Gert de Jong" userId="48e7bb5b-05b4-44db-9994-eb6f1a717f90" providerId="ADAL" clId="{1459B1A3-B96C-409B-B9AA-2BAE57D88C6A}" dt="2026-01-29T08:52:02.794" v="929"/>
          <ac:spMkLst>
            <pc:docMk/>
            <pc:sldMk cId="3041797883" sldId="269"/>
            <ac:spMk id="6" creationId="{672489E2-13D3-8C7F-0CEA-AF79D8BECB6C}"/>
          </ac:spMkLst>
        </pc:spChg>
        <pc:spChg chg="mod">
          <ac:chgData name="Gert de Jong" userId="48e7bb5b-05b4-44db-9994-eb6f1a717f90" providerId="ADAL" clId="{1459B1A3-B96C-409B-B9AA-2BAE57D88C6A}" dt="2026-01-29T08:52:14.346" v="931"/>
          <ac:spMkLst>
            <pc:docMk/>
            <pc:sldMk cId="3041797883" sldId="269"/>
            <ac:spMk id="8" creationId="{1DFDDB46-3741-7100-5D9D-877406C66354}"/>
          </ac:spMkLst>
        </pc:spChg>
        <pc:spChg chg="add mod">
          <ac:chgData name="Gert de Jong" userId="48e7bb5b-05b4-44db-9994-eb6f1a717f90" providerId="ADAL" clId="{1459B1A3-B96C-409B-B9AA-2BAE57D88C6A}" dt="2026-01-23T14:26:28.161" v="536" actId="14100"/>
          <ac:spMkLst>
            <pc:docMk/>
            <pc:sldMk cId="3041797883" sldId="269"/>
            <ac:spMk id="9" creationId="{C9E33A36-40DB-0E18-4719-2756AF89C891}"/>
          </ac:spMkLst>
        </pc:spChg>
      </pc:sldChg>
      <pc:sldChg chg="addSp modSp mod modAnim">
        <pc:chgData name="Gert de Jong" userId="48e7bb5b-05b4-44db-9994-eb6f1a717f90" providerId="ADAL" clId="{1459B1A3-B96C-409B-B9AA-2BAE57D88C6A}" dt="2026-01-23T12:57:06.236" v="62"/>
        <pc:sldMkLst>
          <pc:docMk/>
          <pc:sldMk cId="1614099537" sldId="270"/>
        </pc:sldMkLst>
        <pc:picChg chg="add mod">
          <ac:chgData name="Gert de Jong" userId="48e7bb5b-05b4-44db-9994-eb6f1a717f90" providerId="ADAL" clId="{1459B1A3-B96C-409B-B9AA-2BAE57D88C6A}" dt="2026-01-23T12:56:46.592" v="58" actId="1076"/>
          <ac:picMkLst>
            <pc:docMk/>
            <pc:sldMk cId="1614099537" sldId="270"/>
            <ac:picMk id="3" creationId="{3872B4D1-F317-16BF-D3E6-475BCDD21831}"/>
          </ac:picMkLst>
        </pc:picChg>
        <pc:picChg chg="mod">
          <ac:chgData name="Gert de Jong" userId="48e7bb5b-05b4-44db-9994-eb6f1a717f90" providerId="ADAL" clId="{1459B1A3-B96C-409B-B9AA-2BAE57D88C6A}" dt="2026-01-23T12:55:48.785" v="52" actId="1076"/>
          <ac:picMkLst>
            <pc:docMk/>
            <pc:sldMk cId="1614099537" sldId="270"/>
            <ac:picMk id="11" creationId="{4397AFEB-0587-CC1E-6090-86228A5CA9D1}"/>
          </ac:picMkLst>
        </pc:picChg>
      </pc:sldChg>
      <pc:sldChg chg="addSp modSp mod modAnim">
        <pc:chgData name="Gert de Jong" userId="48e7bb5b-05b4-44db-9994-eb6f1a717f90" providerId="ADAL" clId="{1459B1A3-B96C-409B-B9AA-2BAE57D88C6A}" dt="2026-01-29T07:52:20.205" v="751"/>
        <pc:sldMkLst>
          <pc:docMk/>
          <pc:sldMk cId="1059417358" sldId="271"/>
        </pc:sldMkLst>
        <pc:picChg chg="add mod">
          <ac:chgData name="Gert de Jong" userId="48e7bb5b-05b4-44db-9994-eb6f1a717f90" providerId="ADAL" clId="{1459B1A3-B96C-409B-B9AA-2BAE57D88C6A}" dt="2026-01-29T07:51:41.774" v="749" actId="27349"/>
          <ac:picMkLst>
            <pc:docMk/>
            <pc:sldMk cId="1059417358" sldId="271"/>
            <ac:picMk id="13" creationId="{74E35ABC-B3B1-D048-5927-5E55AF2EB7E9}"/>
          </ac:picMkLst>
        </pc:picChg>
      </pc:sldChg>
      <pc:sldChg chg="addSp modSp mod modAnim chgLayout">
        <pc:chgData name="Gert de Jong" userId="48e7bb5b-05b4-44db-9994-eb6f1a717f90" providerId="ADAL" clId="{1459B1A3-B96C-409B-B9AA-2BAE57D88C6A}" dt="2026-01-29T09:02:18.966" v="1275"/>
        <pc:sldMkLst>
          <pc:docMk/>
          <pc:sldMk cId="1290131810" sldId="272"/>
        </pc:sldMkLst>
        <pc:spChg chg="mod ord">
          <ac:chgData name="Gert de Jong" userId="48e7bb5b-05b4-44db-9994-eb6f1a717f90" providerId="ADAL" clId="{1459B1A3-B96C-409B-B9AA-2BAE57D88C6A}" dt="2026-01-29T08:54:35.971" v="1083" actId="700"/>
          <ac:spMkLst>
            <pc:docMk/>
            <pc:sldMk cId="1290131810" sldId="272"/>
            <ac:spMk id="3" creationId="{A47B07AA-FA2B-F522-CAFC-4D4B88442576}"/>
          </ac:spMkLst>
        </pc:spChg>
        <pc:spChg chg="mod ord">
          <ac:chgData name="Gert de Jong" userId="48e7bb5b-05b4-44db-9994-eb6f1a717f90" providerId="ADAL" clId="{1459B1A3-B96C-409B-B9AA-2BAE57D88C6A}" dt="2026-01-29T08:58:16.556" v="1242" actId="20577"/>
          <ac:spMkLst>
            <pc:docMk/>
            <pc:sldMk cId="1290131810" sldId="272"/>
            <ac:spMk id="4" creationId="{54C238A2-5A50-1673-3763-A1C107C92726}"/>
          </ac:spMkLst>
        </pc:spChg>
        <pc:spChg chg="mod">
          <ac:chgData name="Gert de Jong" userId="48e7bb5b-05b4-44db-9994-eb6f1a717f90" providerId="ADAL" clId="{1459B1A3-B96C-409B-B9AA-2BAE57D88C6A}" dt="2026-01-29T08:58:43.295" v="1243" actId="164"/>
          <ac:spMkLst>
            <pc:docMk/>
            <pc:sldMk cId="1290131810" sldId="272"/>
            <ac:spMk id="5" creationId="{B5BFF6F3-C574-BA79-3CAE-00778B6C7B30}"/>
          </ac:spMkLst>
        </pc:spChg>
        <pc:spChg chg="mod">
          <ac:chgData name="Gert de Jong" userId="48e7bb5b-05b4-44db-9994-eb6f1a717f90" providerId="ADAL" clId="{1459B1A3-B96C-409B-B9AA-2BAE57D88C6A}" dt="2026-01-29T08:58:51.477" v="1244" actId="164"/>
          <ac:spMkLst>
            <pc:docMk/>
            <pc:sldMk cId="1290131810" sldId="272"/>
            <ac:spMk id="8" creationId="{C382F8F9-747F-72E4-DFE2-6A8B5DC7DD70}"/>
          </ac:spMkLst>
        </pc:spChg>
        <pc:grpChg chg="add mod ord">
          <ac:chgData name="Gert de Jong" userId="48e7bb5b-05b4-44db-9994-eb6f1a717f90" providerId="ADAL" clId="{1459B1A3-B96C-409B-B9AA-2BAE57D88C6A}" dt="2026-01-29T09:00:04.542" v="1257" actId="171"/>
          <ac:grpSpMkLst>
            <pc:docMk/>
            <pc:sldMk cId="1290131810" sldId="272"/>
            <ac:grpSpMk id="2" creationId="{D6CAC4FD-79C1-7A5C-A5BC-65C7C59584D7}"/>
          </ac:grpSpMkLst>
        </pc:grpChg>
        <pc:grpChg chg="add mod ord">
          <ac:chgData name="Gert de Jong" userId="48e7bb5b-05b4-44db-9994-eb6f1a717f90" providerId="ADAL" clId="{1459B1A3-B96C-409B-B9AA-2BAE57D88C6A}" dt="2026-01-29T09:00:06.991" v="1258" actId="171"/>
          <ac:grpSpMkLst>
            <pc:docMk/>
            <pc:sldMk cId="1290131810" sldId="272"/>
            <ac:grpSpMk id="6" creationId="{C28600E9-74A4-A98F-2CBF-621E7512CC23}"/>
          </ac:grpSpMkLst>
        </pc:grpChg>
        <pc:picChg chg="mod">
          <ac:chgData name="Gert de Jong" userId="48e7bb5b-05b4-44db-9994-eb6f1a717f90" providerId="ADAL" clId="{1459B1A3-B96C-409B-B9AA-2BAE57D88C6A}" dt="2026-01-29T08:58:43.295" v="1243" actId="164"/>
          <ac:picMkLst>
            <pc:docMk/>
            <pc:sldMk cId="1290131810" sldId="272"/>
            <ac:picMk id="7" creationId="{EE3E51D4-B603-B4CF-9B39-479200FF31F9}"/>
          </ac:picMkLst>
        </pc:picChg>
        <pc:picChg chg="mod">
          <ac:chgData name="Gert de Jong" userId="48e7bb5b-05b4-44db-9994-eb6f1a717f90" providerId="ADAL" clId="{1459B1A3-B96C-409B-B9AA-2BAE57D88C6A}" dt="2026-01-29T08:58:51.477" v="1244" actId="164"/>
          <ac:picMkLst>
            <pc:docMk/>
            <pc:sldMk cId="1290131810" sldId="272"/>
            <ac:picMk id="9" creationId="{9A47D285-B85C-A47E-ABB3-C1AA7DB092E5}"/>
          </ac:picMkLst>
        </pc:picChg>
      </pc:sldChg>
      <pc:sldChg chg="addSp modSp mod modAnim">
        <pc:chgData name="Gert de Jong" userId="48e7bb5b-05b4-44db-9994-eb6f1a717f90" providerId="ADAL" clId="{1459B1A3-B96C-409B-B9AA-2BAE57D88C6A}" dt="2026-01-29T09:08:03.580" v="1443"/>
        <pc:sldMkLst>
          <pc:docMk/>
          <pc:sldMk cId="1697919089" sldId="274"/>
        </pc:sldMkLst>
        <pc:spChg chg="mod">
          <ac:chgData name="Gert de Jong" userId="48e7bb5b-05b4-44db-9994-eb6f1a717f90" providerId="ADAL" clId="{1459B1A3-B96C-409B-B9AA-2BAE57D88C6A}" dt="2026-01-29T09:08:03.580" v="1443"/>
          <ac:spMkLst>
            <pc:docMk/>
            <pc:sldMk cId="1697919089" sldId="274"/>
            <ac:spMk id="4" creationId="{096B2068-1977-6DC2-291E-424F2E85D472}"/>
          </ac:spMkLst>
        </pc:spChg>
        <pc:spChg chg="mod">
          <ac:chgData name="Gert de Jong" userId="48e7bb5b-05b4-44db-9994-eb6f1a717f90" providerId="ADAL" clId="{1459B1A3-B96C-409B-B9AA-2BAE57D88C6A}" dt="2026-01-23T13:19:59.618" v="104" actId="20577"/>
          <ac:spMkLst>
            <pc:docMk/>
            <pc:sldMk cId="1697919089" sldId="274"/>
            <ac:spMk id="5" creationId="{99346459-BD8D-1AE2-5747-2B7694BAD13F}"/>
          </ac:spMkLst>
        </pc:spChg>
        <pc:picChg chg="add mod">
          <ac:chgData name="Gert de Jong" userId="48e7bb5b-05b4-44db-9994-eb6f1a717f90" providerId="ADAL" clId="{1459B1A3-B96C-409B-B9AA-2BAE57D88C6A}" dt="2026-01-23T14:24:57.964" v="507" actId="1076"/>
          <ac:picMkLst>
            <pc:docMk/>
            <pc:sldMk cId="1697919089" sldId="274"/>
            <ac:picMk id="2" creationId="{64AA24C0-5134-DB37-2072-8C9540CF3AD0}"/>
          </ac:picMkLst>
        </pc:picChg>
      </pc:sldChg>
      <pc:sldChg chg="addSp delSp modSp mod ord">
        <pc:chgData name="Gert de Jong" userId="48e7bb5b-05b4-44db-9994-eb6f1a717f90" providerId="ADAL" clId="{1459B1A3-B96C-409B-B9AA-2BAE57D88C6A}" dt="2026-01-23T14:14:21.097" v="405" actId="1076"/>
        <pc:sldMkLst>
          <pc:docMk/>
          <pc:sldMk cId="450532325" sldId="276"/>
        </pc:sldMkLst>
        <pc:spChg chg="mod">
          <ac:chgData name="Gert de Jong" userId="48e7bb5b-05b4-44db-9994-eb6f1a717f90" providerId="ADAL" clId="{1459B1A3-B96C-409B-B9AA-2BAE57D88C6A}" dt="2026-01-23T14:08:11.524" v="124" actId="20577"/>
          <ac:spMkLst>
            <pc:docMk/>
            <pc:sldMk cId="450532325" sldId="276"/>
            <ac:spMk id="2" creationId="{1C7BF356-92FF-D19F-0ED8-47725134E126}"/>
          </ac:spMkLst>
        </pc:spChg>
        <pc:spChg chg="mod">
          <ac:chgData name="Gert de Jong" userId="48e7bb5b-05b4-44db-9994-eb6f1a717f90" providerId="ADAL" clId="{1459B1A3-B96C-409B-B9AA-2BAE57D88C6A}" dt="2026-01-23T14:14:12.629" v="402" actId="1076"/>
          <ac:spMkLst>
            <pc:docMk/>
            <pc:sldMk cId="450532325" sldId="276"/>
            <ac:spMk id="3" creationId="{A1795682-67A4-681A-5B90-563B423057F6}"/>
          </ac:spMkLst>
        </pc:spChg>
        <pc:picChg chg="add mod">
          <ac:chgData name="Gert de Jong" userId="48e7bb5b-05b4-44db-9994-eb6f1a717f90" providerId="ADAL" clId="{1459B1A3-B96C-409B-B9AA-2BAE57D88C6A}" dt="2026-01-23T14:14:21.097" v="405" actId="1076"/>
          <ac:picMkLst>
            <pc:docMk/>
            <pc:sldMk cId="450532325" sldId="276"/>
            <ac:picMk id="6" creationId="{07C5389C-8B9B-8ECA-BB68-CA11A28C7792}"/>
          </ac:picMkLst>
        </pc:picChg>
      </pc:sldChg>
      <pc:sldChg chg="ord">
        <pc:chgData name="Gert de Jong" userId="48e7bb5b-05b4-44db-9994-eb6f1a717f90" providerId="ADAL" clId="{1459B1A3-B96C-409B-B9AA-2BAE57D88C6A}" dt="2026-01-23T14:31:39.854" v="712"/>
        <pc:sldMkLst>
          <pc:docMk/>
          <pc:sldMk cId="4071124254" sldId="280"/>
        </pc:sldMkLst>
      </pc:sldChg>
      <pc:sldChg chg="modSp mod ord modClrScheme modAnim chgLayout">
        <pc:chgData name="Gert de Jong" userId="48e7bb5b-05b4-44db-9994-eb6f1a717f90" providerId="ADAL" clId="{1459B1A3-B96C-409B-B9AA-2BAE57D88C6A}" dt="2026-01-29T08:41:41.779" v="904" actId="1076"/>
        <pc:sldMkLst>
          <pc:docMk/>
          <pc:sldMk cId="2177387749" sldId="281"/>
        </pc:sldMkLst>
        <pc:spChg chg="mod ord">
          <ac:chgData name="Gert de Jong" userId="48e7bb5b-05b4-44db-9994-eb6f1a717f90" providerId="ADAL" clId="{1459B1A3-B96C-409B-B9AA-2BAE57D88C6A}" dt="2026-01-29T08:41:29.235" v="900" actId="700"/>
          <ac:spMkLst>
            <pc:docMk/>
            <pc:sldMk cId="2177387749" sldId="281"/>
            <ac:spMk id="4" creationId="{1A736214-72FD-E3D7-C605-CA33CD314E9F}"/>
          </ac:spMkLst>
        </pc:spChg>
        <pc:spChg chg="mod ord">
          <ac:chgData name="Gert de Jong" userId="48e7bb5b-05b4-44db-9994-eb6f1a717f90" providerId="ADAL" clId="{1459B1A3-B96C-409B-B9AA-2BAE57D88C6A}" dt="2026-01-29T08:41:29.235" v="900" actId="700"/>
          <ac:spMkLst>
            <pc:docMk/>
            <pc:sldMk cId="2177387749" sldId="281"/>
            <ac:spMk id="5" creationId="{A46FA70E-7377-28C8-B612-6FBC3B6A6151}"/>
          </ac:spMkLst>
        </pc:spChg>
        <pc:picChg chg="mod">
          <ac:chgData name="Gert de Jong" userId="48e7bb5b-05b4-44db-9994-eb6f1a717f90" providerId="ADAL" clId="{1459B1A3-B96C-409B-B9AA-2BAE57D88C6A}" dt="2026-01-29T08:41:41.779" v="904" actId="1076"/>
          <ac:picMkLst>
            <pc:docMk/>
            <pc:sldMk cId="2177387749" sldId="281"/>
            <ac:picMk id="6" creationId="{BB6C64F4-D8BF-E8B7-A961-010DF331E2A7}"/>
          </ac:picMkLst>
        </pc:picChg>
      </pc:sldChg>
      <pc:sldChg chg="modSp mod">
        <pc:chgData name="Gert de Jong" userId="48e7bb5b-05b4-44db-9994-eb6f1a717f90" providerId="ADAL" clId="{1459B1A3-B96C-409B-B9AA-2BAE57D88C6A}" dt="2026-01-23T14:31:58.963" v="744" actId="20577"/>
        <pc:sldMkLst>
          <pc:docMk/>
          <pc:sldMk cId="4103725536" sldId="282"/>
        </pc:sldMkLst>
        <pc:spChg chg="mod">
          <ac:chgData name="Gert de Jong" userId="48e7bb5b-05b4-44db-9994-eb6f1a717f90" providerId="ADAL" clId="{1459B1A3-B96C-409B-B9AA-2BAE57D88C6A}" dt="2026-01-23T14:31:48.275" v="736" actId="20577"/>
          <ac:spMkLst>
            <pc:docMk/>
            <pc:sldMk cId="4103725536" sldId="282"/>
            <ac:spMk id="2" creationId="{170356EB-E8FF-A055-A28A-53FA0CEC2773}"/>
          </ac:spMkLst>
        </pc:spChg>
        <pc:spChg chg="mod">
          <ac:chgData name="Gert de Jong" userId="48e7bb5b-05b4-44db-9994-eb6f1a717f90" providerId="ADAL" clId="{1459B1A3-B96C-409B-B9AA-2BAE57D88C6A}" dt="2026-01-23T14:31:58.963" v="744" actId="20577"/>
          <ac:spMkLst>
            <pc:docMk/>
            <pc:sldMk cId="4103725536" sldId="282"/>
            <ac:spMk id="3" creationId="{A4BF29DE-9EAE-0ADB-AB77-1B78127A037D}"/>
          </ac:spMkLst>
        </pc:spChg>
      </pc:sldChg>
      <pc:sldChg chg="addSp modSp mod modAnim">
        <pc:chgData name="Gert de Jong" userId="48e7bb5b-05b4-44db-9994-eb6f1a717f90" providerId="ADAL" clId="{1459B1A3-B96C-409B-B9AA-2BAE57D88C6A}" dt="2026-01-29T07:54:49.902" v="777"/>
        <pc:sldMkLst>
          <pc:docMk/>
          <pc:sldMk cId="3424701845" sldId="283"/>
        </pc:sldMkLst>
        <pc:spChg chg="add mod">
          <ac:chgData name="Gert de Jong" userId="48e7bb5b-05b4-44db-9994-eb6f1a717f90" providerId="ADAL" clId="{1459B1A3-B96C-409B-B9AA-2BAE57D88C6A}" dt="2026-01-29T07:54:10.029" v="764" actId="14100"/>
          <ac:spMkLst>
            <pc:docMk/>
            <pc:sldMk cId="3424701845" sldId="283"/>
            <ac:spMk id="4" creationId="{BF5DCF27-2324-B0F4-11AE-A20DA1A1745B}"/>
          </ac:spMkLst>
        </pc:spChg>
        <pc:spChg chg="add mod">
          <ac:chgData name="Gert de Jong" userId="48e7bb5b-05b4-44db-9994-eb6f1a717f90" providerId="ADAL" clId="{1459B1A3-B96C-409B-B9AA-2BAE57D88C6A}" dt="2026-01-29T07:54:14.989" v="765" actId="1076"/>
          <ac:spMkLst>
            <pc:docMk/>
            <pc:sldMk cId="3424701845" sldId="283"/>
            <ac:spMk id="5" creationId="{E7165D65-7F4B-59DD-B46C-5EF92526F424}"/>
          </ac:spMkLst>
        </pc:spChg>
        <pc:spChg chg="add mod">
          <ac:chgData name="Gert de Jong" userId="48e7bb5b-05b4-44db-9994-eb6f1a717f90" providerId="ADAL" clId="{1459B1A3-B96C-409B-B9AA-2BAE57D88C6A}" dt="2026-01-29T07:54:40.424" v="776" actId="1076"/>
          <ac:spMkLst>
            <pc:docMk/>
            <pc:sldMk cId="3424701845" sldId="283"/>
            <ac:spMk id="6" creationId="{F047500B-1FF6-3B05-6414-5898FD1496C0}"/>
          </ac:spMkLst>
        </pc:spChg>
      </pc:sldChg>
      <pc:sldChg chg="modSp">
        <pc:chgData name="Gert de Jong" userId="48e7bb5b-05b4-44db-9994-eb6f1a717f90" providerId="ADAL" clId="{1459B1A3-B96C-409B-B9AA-2BAE57D88C6A}" dt="2026-01-29T09:04:42.626" v="1277"/>
        <pc:sldMkLst>
          <pc:docMk/>
          <pc:sldMk cId="670065526" sldId="284"/>
        </pc:sldMkLst>
        <pc:spChg chg="mod">
          <ac:chgData name="Gert de Jong" userId="48e7bb5b-05b4-44db-9994-eb6f1a717f90" providerId="ADAL" clId="{1459B1A3-B96C-409B-B9AA-2BAE57D88C6A}" dt="2026-01-29T09:04:42.626" v="1277"/>
          <ac:spMkLst>
            <pc:docMk/>
            <pc:sldMk cId="670065526" sldId="284"/>
            <ac:spMk id="2" creationId="{B9F2F303-8D97-B4C2-C5EF-81B8DCDEA0B3}"/>
          </ac:spMkLst>
        </pc:spChg>
      </pc:sldChg>
      <pc:sldChg chg="modSp mod modAnim">
        <pc:chgData name="Gert de Jong" userId="48e7bb5b-05b4-44db-9994-eb6f1a717f90" providerId="ADAL" clId="{1459B1A3-B96C-409B-B9AA-2BAE57D88C6A}" dt="2026-01-29T09:06:32.396" v="1416" actId="20577"/>
        <pc:sldMkLst>
          <pc:docMk/>
          <pc:sldMk cId="1588967406" sldId="285"/>
        </pc:sldMkLst>
        <pc:spChg chg="mod">
          <ac:chgData name="Gert de Jong" userId="48e7bb5b-05b4-44db-9994-eb6f1a717f90" providerId="ADAL" clId="{1459B1A3-B96C-409B-B9AA-2BAE57D88C6A}" dt="2026-01-23T14:30:25.732" v="710" actId="20577"/>
          <ac:spMkLst>
            <pc:docMk/>
            <pc:sldMk cId="1588967406" sldId="285"/>
            <ac:spMk id="4" creationId="{183A40DE-1702-C1C6-81B2-3B82C24E348B}"/>
          </ac:spMkLst>
        </pc:spChg>
        <pc:spChg chg="mod">
          <ac:chgData name="Gert de Jong" userId="48e7bb5b-05b4-44db-9994-eb6f1a717f90" providerId="ADAL" clId="{1459B1A3-B96C-409B-B9AA-2BAE57D88C6A}" dt="2026-01-29T09:06:32.396" v="1416" actId="20577"/>
          <ac:spMkLst>
            <pc:docMk/>
            <pc:sldMk cId="1588967406" sldId="285"/>
            <ac:spMk id="5" creationId="{98F5889D-7DEF-E556-95B4-2D06F7189759}"/>
          </ac:spMkLst>
        </pc:spChg>
      </pc:sldChg>
      <pc:sldChg chg="addSp modSp mod modAnim">
        <pc:chgData name="Gert de Jong" userId="48e7bb5b-05b4-44db-9994-eb6f1a717f90" providerId="ADAL" clId="{1459B1A3-B96C-409B-B9AA-2BAE57D88C6A}" dt="2026-01-23T14:23:08.454" v="473" actId="1076"/>
        <pc:sldMkLst>
          <pc:docMk/>
          <pc:sldMk cId="3354960297" sldId="287"/>
        </pc:sldMkLst>
        <pc:picChg chg="add mod">
          <ac:chgData name="Gert de Jong" userId="48e7bb5b-05b4-44db-9994-eb6f1a717f90" providerId="ADAL" clId="{1459B1A3-B96C-409B-B9AA-2BAE57D88C6A}" dt="2026-01-23T14:23:08.454" v="473" actId="1076"/>
          <ac:picMkLst>
            <pc:docMk/>
            <pc:sldMk cId="3354960297" sldId="287"/>
            <ac:picMk id="2" creationId="{1297CA04-C6E2-63DA-2CC8-CA0DCC3922E6}"/>
          </ac:picMkLst>
        </pc:picChg>
      </pc:sldChg>
      <pc:sldChg chg="modSp new mod modTransition">
        <pc:chgData name="Gert de Jong" userId="48e7bb5b-05b4-44db-9994-eb6f1a717f90" providerId="ADAL" clId="{1459B1A3-B96C-409B-B9AA-2BAE57D88C6A}" dt="2026-01-29T09:08:11.773" v="1445"/>
        <pc:sldMkLst>
          <pc:docMk/>
          <pc:sldMk cId="2799663542" sldId="288"/>
        </pc:sldMkLst>
        <pc:spChg chg="mod">
          <ac:chgData name="Gert de Jong" userId="48e7bb5b-05b4-44db-9994-eb6f1a717f90" providerId="ADAL" clId="{1459B1A3-B96C-409B-B9AA-2BAE57D88C6A}" dt="2026-01-29T09:08:08.843" v="1444"/>
          <ac:spMkLst>
            <pc:docMk/>
            <pc:sldMk cId="2799663542" sldId="288"/>
            <ac:spMk id="2" creationId="{C48F6858-90D8-26AA-D253-DD998AD496FD}"/>
          </ac:spMkLst>
        </pc:spChg>
        <pc:spChg chg="mod">
          <ac:chgData name="Gert de Jong" userId="48e7bb5b-05b4-44db-9994-eb6f1a717f90" providerId="ADAL" clId="{1459B1A3-B96C-409B-B9AA-2BAE57D88C6A}" dt="2026-01-23T14:10:59.202" v="236" actId="20577"/>
          <ac:spMkLst>
            <pc:docMk/>
            <pc:sldMk cId="2799663542" sldId="288"/>
            <ac:spMk id="3" creationId="{6FBE6D1A-9BD0-3A4B-98C4-6BD00535A0B5}"/>
          </ac:spMkLst>
        </pc:spChg>
      </pc:sldChg>
      <pc:sldChg chg="modSp new mod">
        <pc:chgData name="Gert de Jong" userId="48e7bb5b-05b4-44db-9994-eb6f1a717f90" providerId="ADAL" clId="{1459B1A3-B96C-409B-B9AA-2BAE57D88C6A}" dt="2026-01-23T14:21:09.752" v="468"/>
        <pc:sldMkLst>
          <pc:docMk/>
          <pc:sldMk cId="1681112561" sldId="289"/>
        </pc:sldMkLst>
        <pc:spChg chg="mod">
          <ac:chgData name="Gert de Jong" userId="48e7bb5b-05b4-44db-9994-eb6f1a717f90" providerId="ADAL" clId="{1459B1A3-B96C-409B-B9AA-2BAE57D88C6A}" dt="2026-01-23T14:19:40.947" v="422" actId="20577"/>
          <ac:spMkLst>
            <pc:docMk/>
            <pc:sldMk cId="1681112561" sldId="289"/>
            <ac:spMk id="2" creationId="{A2E21F24-42EF-8F6E-6FEA-8AB2CEBBCA08}"/>
          </ac:spMkLst>
        </pc:spChg>
        <pc:spChg chg="mod">
          <ac:chgData name="Gert de Jong" userId="48e7bb5b-05b4-44db-9994-eb6f1a717f90" providerId="ADAL" clId="{1459B1A3-B96C-409B-B9AA-2BAE57D88C6A}" dt="2026-01-23T14:21:09.752" v="468"/>
          <ac:spMkLst>
            <pc:docMk/>
            <pc:sldMk cId="1681112561" sldId="289"/>
            <ac:spMk id="3" creationId="{4E54A971-EC76-2860-9375-BD1DF5914F21}"/>
          </ac:spMkLst>
        </pc:spChg>
      </pc:sldChg>
      <pc:sldChg chg="modSp add mod">
        <pc:chgData name="Gert de Jong" userId="48e7bb5b-05b4-44db-9994-eb6f1a717f90" providerId="ADAL" clId="{1459B1A3-B96C-409B-B9AA-2BAE57D88C6A}" dt="2026-01-23T14:24:07.972" v="504" actId="6549"/>
        <pc:sldMkLst>
          <pc:docMk/>
          <pc:sldMk cId="1733933173" sldId="290"/>
        </pc:sldMkLst>
        <pc:spChg chg="mod">
          <ac:chgData name="Gert de Jong" userId="48e7bb5b-05b4-44db-9994-eb6f1a717f90" providerId="ADAL" clId="{1459B1A3-B96C-409B-B9AA-2BAE57D88C6A}" dt="2026-01-23T14:23:56.286" v="475"/>
          <ac:spMkLst>
            <pc:docMk/>
            <pc:sldMk cId="1733933173" sldId="290"/>
            <ac:spMk id="4" creationId="{83415691-8E87-3875-9A4E-EFCBA87D3AAB}"/>
          </ac:spMkLst>
        </pc:spChg>
        <pc:spChg chg="mod">
          <ac:chgData name="Gert de Jong" userId="48e7bb5b-05b4-44db-9994-eb6f1a717f90" providerId="ADAL" clId="{1459B1A3-B96C-409B-B9AA-2BAE57D88C6A}" dt="2026-01-23T14:24:07.972" v="504" actId="6549"/>
          <ac:spMkLst>
            <pc:docMk/>
            <pc:sldMk cId="1733933173" sldId="290"/>
            <ac:spMk id="5" creationId="{2B4F0C0F-0600-EC6C-2284-866FCACB21EC}"/>
          </ac:spMkLst>
        </pc:spChg>
      </pc:sldChg>
      <pc:sldChg chg="addSp delSp modSp new mod modClrScheme delAnim modAnim chgLayout">
        <pc:chgData name="Gert de Jong" userId="48e7bb5b-05b4-44db-9994-eb6f1a717f90" providerId="ADAL" clId="{1459B1A3-B96C-409B-B9AA-2BAE57D88C6A}" dt="2026-01-29T09:03:48.068" v="1276" actId="478"/>
        <pc:sldMkLst>
          <pc:docMk/>
          <pc:sldMk cId="2256978285" sldId="291"/>
        </pc:sldMkLst>
        <pc:spChg chg="mod ord">
          <ac:chgData name="Gert de Jong" userId="48e7bb5b-05b4-44db-9994-eb6f1a717f90" providerId="ADAL" clId="{1459B1A3-B96C-409B-B9AA-2BAE57D88C6A}" dt="2026-01-29T08:11:22.216" v="810" actId="700"/>
          <ac:spMkLst>
            <pc:docMk/>
            <pc:sldMk cId="2256978285" sldId="291"/>
            <ac:spMk id="2" creationId="{E16BA1A2-11EB-6352-9680-BC8D955D34E4}"/>
          </ac:spMkLst>
        </pc:spChg>
        <pc:spChg chg="add mod ord">
          <ac:chgData name="Gert de Jong" userId="48e7bb5b-05b4-44db-9994-eb6f1a717f90" providerId="ADAL" clId="{1459B1A3-B96C-409B-B9AA-2BAE57D88C6A}" dt="2026-01-29T09:01:08.912" v="1262" actId="12"/>
          <ac:spMkLst>
            <pc:docMk/>
            <pc:sldMk cId="2256978285" sldId="291"/>
            <ac:spMk id="6" creationId="{FA41AD15-B43F-C75B-35FB-B83B4374E84E}"/>
          </ac:spMkLst>
        </pc:spChg>
      </pc:sldChg>
      <pc:sldChg chg="addSp delSp modSp new mod modClrScheme chgLayout">
        <pc:chgData name="Gert de Jong" userId="48e7bb5b-05b4-44db-9994-eb6f1a717f90" providerId="ADAL" clId="{1459B1A3-B96C-409B-B9AA-2BAE57D88C6A}" dt="2026-01-29T08:43:23.033" v="923"/>
        <pc:sldMkLst>
          <pc:docMk/>
          <pc:sldMk cId="3710418280" sldId="292"/>
        </pc:sldMkLst>
        <pc:spChg chg="mod ord">
          <ac:chgData name="Gert de Jong" userId="48e7bb5b-05b4-44db-9994-eb6f1a717f90" providerId="ADAL" clId="{1459B1A3-B96C-409B-B9AA-2BAE57D88C6A}" dt="2026-01-29T08:39:51.573" v="878" actId="700"/>
          <ac:spMkLst>
            <pc:docMk/>
            <pc:sldMk cId="3710418280" sldId="292"/>
            <ac:spMk id="2" creationId="{A4E2CFC2-EB56-CC80-8A6C-254E1625CEEF}"/>
          </ac:spMkLst>
        </pc:spChg>
        <pc:spChg chg="mod ord">
          <ac:chgData name="Gert de Jong" userId="48e7bb5b-05b4-44db-9994-eb6f1a717f90" providerId="ADAL" clId="{1459B1A3-B96C-409B-B9AA-2BAE57D88C6A}" dt="2026-01-29T08:41:19.457" v="899" actId="6549"/>
          <ac:spMkLst>
            <pc:docMk/>
            <pc:sldMk cId="3710418280" sldId="292"/>
            <ac:spMk id="3" creationId="{02D0C827-1C7E-9CC0-9CD9-A901BB643540}"/>
          </ac:spMkLst>
        </pc:spChg>
        <pc:picChg chg="add mod">
          <ac:chgData name="Gert de Jong" userId="48e7bb5b-05b4-44db-9994-eb6f1a717f90" providerId="ADAL" clId="{1459B1A3-B96C-409B-B9AA-2BAE57D88C6A}" dt="2026-01-29T08:43:23.033" v="923"/>
          <ac:picMkLst>
            <pc:docMk/>
            <pc:sldMk cId="3710418280" sldId="292"/>
            <ac:picMk id="5" creationId="{AC2F5D17-E299-CE7A-1308-2908D29A49E5}"/>
          </ac:picMkLst>
        </pc:picChg>
      </pc:sldChg>
      <pc:sldChg chg="addSp modSp new mod">
        <pc:chgData name="Gert de Jong" userId="48e7bb5b-05b4-44db-9994-eb6f1a717f90" providerId="ADAL" clId="{1459B1A3-B96C-409B-B9AA-2BAE57D88C6A}" dt="2026-01-29T08:43:24.114" v="924"/>
        <pc:sldMkLst>
          <pc:docMk/>
          <pc:sldMk cId="3371058184" sldId="293"/>
        </pc:sldMkLst>
        <pc:spChg chg="mod">
          <ac:chgData name="Gert de Jong" userId="48e7bb5b-05b4-44db-9994-eb6f1a717f90" providerId="ADAL" clId="{1459B1A3-B96C-409B-B9AA-2BAE57D88C6A}" dt="2026-01-29T08:41:59.072" v="906"/>
          <ac:spMkLst>
            <pc:docMk/>
            <pc:sldMk cId="3371058184" sldId="293"/>
            <ac:spMk id="2" creationId="{A58E8CFE-0E30-59A8-F7EB-A4129DF9BE66}"/>
          </ac:spMkLst>
        </pc:spChg>
        <pc:spChg chg="mod">
          <ac:chgData name="Gert de Jong" userId="48e7bb5b-05b4-44db-9994-eb6f1a717f90" providerId="ADAL" clId="{1459B1A3-B96C-409B-B9AA-2BAE57D88C6A}" dt="2026-01-29T08:42:19.245" v="911" actId="6549"/>
          <ac:spMkLst>
            <pc:docMk/>
            <pc:sldMk cId="3371058184" sldId="293"/>
            <ac:spMk id="3" creationId="{F82DA120-6B2E-E190-4AC4-576ACF6468B4}"/>
          </ac:spMkLst>
        </pc:spChg>
        <pc:picChg chg="add mod">
          <ac:chgData name="Gert de Jong" userId="48e7bb5b-05b4-44db-9994-eb6f1a717f90" providerId="ADAL" clId="{1459B1A3-B96C-409B-B9AA-2BAE57D88C6A}" dt="2026-01-29T08:43:24.114" v="924"/>
          <ac:picMkLst>
            <pc:docMk/>
            <pc:sldMk cId="3371058184" sldId="293"/>
            <ac:picMk id="4" creationId="{F82852C0-4E08-CFB2-D219-DFB2E83B8473}"/>
          </ac:picMkLst>
        </pc:picChg>
      </pc:sldChg>
      <pc:sldChg chg="addSp modSp new mod">
        <pc:chgData name="Gert de Jong" userId="48e7bb5b-05b4-44db-9994-eb6f1a717f90" providerId="ADAL" clId="{1459B1A3-B96C-409B-B9AA-2BAE57D88C6A}" dt="2026-01-29T08:43:25.077" v="925"/>
        <pc:sldMkLst>
          <pc:docMk/>
          <pc:sldMk cId="3723676261" sldId="294"/>
        </pc:sldMkLst>
        <pc:spChg chg="mod">
          <ac:chgData name="Gert de Jong" userId="48e7bb5b-05b4-44db-9994-eb6f1a717f90" providerId="ADAL" clId="{1459B1A3-B96C-409B-B9AA-2BAE57D88C6A}" dt="2026-01-29T08:42:34.575" v="913"/>
          <ac:spMkLst>
            <pc:docMk/>
            <pc:sldMk cId="3723676261" sldId="294"/>
            <ac:spMk id="2" creationId="{66878CC1-3AA8-E851-E6AE-7AB12DE85FDC}"/>
          </ac:spMkLst>
        </pc:spChg>
        <pc:spChg chg="mod">
          <ac:chgData name="Gert de Jong" userId="48e7bb5b-05b4-44db-9994-eb6f1a717f90" providerId="ADAL" clId="{1459B1A3-B96C-409B-B9AA-2BAE57D88C6A}" dt="2026-01-29T08:43:10.879" v="922" actId="6549"/>
          <ac:spMkLst>
            <pc:docMk/>
            <pc:sldMk cId="3723676261" sldId="294"/>
            <ac:spMk id="3" creationId="{8B82760B-095E-82E0-3735-CBF7AE073F2E}"/>
          </ac:spMkLst>
        </pc:spChg>
        <pc:picChg chg="add mod">
          <ac:chgData name="Gert de Jong" userId="48e7bb5b-05b4-44db-9994-eb6f1a717f90" providerId="ADAL" clId="{1459B1A3-B96C-409B-B9AA-2BAE57D88C6A}" dt="2026-01-29T08:43:25.077" v="925"/>
          <ac:picMkLst>
            <pc:docMk/>
            <pc:sldMk cId="3723676261" sldId="294"/>
            <ac:picMk id="4" creationId="{FD3B4B8D-D9B6-DEA2-A6C7-B652E1035DD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 blau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310D3-6295-45A6-8A95-22A7AD396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472" y="1113219"/>
            <a:ext cx="9144000" cy="2387600"/>
          </a:xfrm>
        </p:spPr>
        <p:txBody>
          <a:bodyPr anchor="b"/>
          <a:lstStyle>
            <a:lvl1pPr algn="l">
              <a:defRPr sz="60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14D1793-4E2A-4BB5-B9A0-B15E1CBBC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472" y="3500819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NL" dirty="0"/>
          </a:p>
        </p:txBody>
      </p:sp>
      <p:pic>
        <p:nvPicPr>
          <p:cNvPr id="4" name="Tijdelijke aanduiding voor afbeelding 6">
            <a:extLst>
              <a:ext uri="{FF2B5EF4-FFF2-40B4-BE49-F238E27FC236}">
                <a16:creationId xmlns:a16="http://schemas.microsoft.com/office/drawing/2014/main" id="{F37D7F36-0499-4A4B-AC00-8E7887C739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99524" y="7863"/>
            <a:ext cx="2872800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6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74084C-8504-435B-835C-A19CAA8E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rgbClr val="2415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DEA389B-9C1E-4803-9FBE-19A91B7D9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66BFE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FC854893-8C5C-47EC-8354-64E9B9BB39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89699" y="32341"/>
            <a:ext cx="2872800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56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 Blau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74084C-8504-435B-835C-A19CAA8E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DEA389B-9C1E-4803-9FBE-19A91B7D9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66BFE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5" name="Tijdelijke aanduiding voor afbeelding 6">
            <a:extLst>
              <a:ext uri="{FF2B5EF4-FFF2-40B4-BE49-F238E27FC236}">
                <a16:creationId xmlns:a16="http://schemas.microsoft.com/office/drawing/2014/main" id="{539B57A5-4435-45D1-80C7-9A6B6054B5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99524" y="7863"/>
            <a:ext cx="2872800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7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wi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CA70C-E38F-46E4-A267-73B02906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2415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FF7C7A-7233-4DA9-8A12-E2FB42F2A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D76A0473-713E-4DE8-9BC1-CB64F61053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89699" y="32341"/>
            <a:ext cx="2872800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0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blau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CA70C-E38F-46E4-A267-73B02906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FF7C7A-7233-4DA9-8A12-E2FB42F2A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537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CA70C-E38F-46E4-A267-73B02906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2415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FF7C7A-7233-4DA9-8A12-E2FB42F2A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3730650"/>
            <a:ext cx="10515600" cy="287332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D76A0473-713E-4DE8-9BC1-CB64F61053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89699" y="32341"/>
            <a:ext cx="2872800" cy="619200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C3B25C2-2794-40A6-BAFF-BD1EABCFB73D}"/>
              </a:ext>
            </a:extLst>
          </p:cNvPr>
          <p:cNvSpPr txBox="1"/>
          <p:nvPr userDrawn="1"/>
        </p:nvSpPr>
        <p:spPr>
          <a:xfrm>
            <a:off x="838200" y="1690688"/>
            <a:ext cx="754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7200" dirty="0">
                <a:solidFill>
                  <a:srgbClr val="24157B"/>
                </a:solidFill>
                <a:latin typeface="Amasis MT Pro Black" panose="02040A04050005020304" pitchFamily="18" charset="0"/>
              </a:rPr>
              <a:t>“</a:t>
            </a:r>
            <a:endParaRPr lang="nl-NL" dirty="0">
              <a:solidFill>
                <a:srgbClr val="24157B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99CC205D-44D7-4473-AFA8-AC169C81F6D4}"/>
              </a:ext>
            </a:extLst>
          </p:cNvPr>
          <p:cNvSpPr txBox="1"/>
          <p:nvPr userDrawn="1"/>
        </p:nvSpPr>
        <p:spPr>
          <a:xfrm>
            <a:off x="10599174" y="2103310"/>
            <a:ext cx="754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7200" dirty="0">
                <a:solidFill>
                  <a:srgbClr val="24157B"/>
                </a:solidFill>
                <a:latin typeface="Amasis MT Pro Black" panose="02040A04050005020304" pitchFamily="18" charset="0"/>
              </a:rPr>
              <a:t>”</a:t>
            </a:r>
            <a:endParaRPr lang="nl-NL" dirty="0">
              <a:solidFill>
                <a:srgbClr val="24157B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5439F337-2235-4979-A9C7-B3B02C703BE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92826" y="1827392"/>
            <a:ext cx="9006348" cy="1726970"/>
          </a:xfrm>
        </p:spPr>
        <p:txBody>
          <a:bodyPr/>
          <a:lstStyle>
            <a:lvl1pPr marL="0" indent="0">
              <a:buNone/>
              <a:defRPr i="1">
                <a:solidFill>
                  <a:srgbClr val="2415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633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onvermeld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FF7C7A-7233-4DA9-8A12-E2FB42F2A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1667836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pic>
        <p:nvPicPr>
          <p:cNvPr id="5" name="Tijdelijke aanduiding voor afbeelding 6">
            <a:extLst>
              <a:ext uri="{FF2B5EF4-FFF2-40B4-BE49-F238E27FC236}">
                <a16:creationId xmlns:a16="http://schemas.microsoft.com/office/drawing/2014/main" id="{026B182C-E271-4578-B307-B86D45CA4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99524" y="7863"/>
            <a:ext cx="2872800" cy="619200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B717C8D0-5DE7-4BD0-89DF-9B2936C5031A}"/>
              </a:ext>
            </a:extLst>
          </p:cNvPr>
          <p:cNvSpPr txBox="1"/>
          <p:nvPr userDrawn="1"/>
        </p:nvSpPr>
        <p:spPr>
          <a:xfrm>
            <a:off x="730044" y="762729"/>
            <a:ext cx="49758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4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Bronvermelding</a:t>
            </a:r>
          </a:p>
        </p:txBody>
      </p:sp>
    </p:spTree>
    <p:extLst>
      <p:ext uri="{BB962C8B-B14F-4D97-AF65-F5344CB8AC3E}">
        <p14:creationId xmlns:p14="http://schemas.microsoft.com/office/powerpoint/2010/main" val="194953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pdracht met tim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CA70C-E38F-46E4-A267-73B02906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1488"/>
            <a:ext cx="10515600" cy="619200"/>
          </a:xfrm>
        </p:spPr>
        <p:txBody>
          <a:bodyPr/>
          <a:lstStyle>
            <a:lvl1pPr>
              <a:defRPr sz="4000" b="1" i="1">
                <a:solidFill>
                  <a:srgbClr val="2415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FF7C7A-7233-4DA9-8A12-E2FB42F2A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2031"/>
            <a:ext cx="6422136" cy="386353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D76A0473-713E-4DE8-9BC1-CB64F61053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89699" y="32341"/>
            <a:ext cx="2872800" cy="619200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041240FC-3EEC-47A8-B54F-0B8F16080DD5}"/>
              </a:ext>
            </a:extLst>
          </p:cNvPr>
          <p:cNvSpPr txBox="1"/>
          <p:nvPr userDrawn="1"/>
        </p:nvSpPr>
        <p:spPr>
          <a:xfrm>
            <a:off x="838200" y="363602"/>
            <a:ext cx="556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000" i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Opdracht:</a:t>
            </a:r>
          </a:p>
        </p:txBody>
      </p:sp>
      <p:pic>
        <p:nvPicPr>
          <p:cNvPr id="9" name="Graphic 8" descr="Stopwatch met effen opvulling">
            <a:extLst>
              <a:ext uri="{FF2B5EF4-FFF2-40B4-BE49-F238E27FC236}">
                <a16:creationId xmlns:a16="http://schemas.microsoft.com/office/drawing/2014/main" id="{B75795CF-7ED6-4C80-9218-176555C4BF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8553" y="2542031"/>
            <a:ext cx="2040147" cy="204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3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pdr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CA70C-E38F-46E4-A267-73B02906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1488"/>
            <a:ext cx="10515600" cy="619200"/>
          </a:xfrm>
        </p:spPr>
        <p:txBody>
          <a:bodyPr/>
          <a:lstStyle>
            <a:lvl1pPr>
              <a:defRPr sz="4000" b="1" i="1">
                <a:solidFill>
                  <a:srgbClr val="2415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FF7C7A-7233-4DA9-8A12-E2FB42F2A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2031"/>
            <a:ext cx="6422136" cy="386353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pic>
        <p:nvPicPr>
          <p:cNvPr id="7" name="Tijdelijke aanduiding voor afbeelding 6">
            <a:extLst>
              <a:ext uri="{FF2B5EF4-FFF2-40B4-BE49-F238E27FC236}">
                <a16:creationId xmlns:a16="http://schemas.microsoft.com/office/drawing/2014/main" id="{D76A0473-713E-4DE8-9BC1-CB64F61053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89699" y="32341"/>
            <a:ext cx="2872800" cy="619200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041240FC-3EEC-47A8-B54F-0B8F16080DD5}"/>
              </a:ext>
            </a:extLst>
          </p:cNvPr>
          <p:cNvSpPr txBox="1"/>
          <p:nvPr userDrawn="1"/>
        </p:nvSpPr>
        <p:spPr>
          <a:xfrm>
            <a:off x="838200" y="363602"/>
            <a:ext cx="556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000" i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Opdracht:</a:t>
            </a:r>
          </a:p>
        </p:txBody>
      </p:sp>
    </p:spTree>
    <p:extLst>
      <p:ext uri="{BB962C8B-B14F-4D97-AF65-F5344CB8AC3E}">
        <p14:creationId xmlns:p14="http://schemas.microsoft.com/office/powerpoint/2010/main" val="1952671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2A1223-7C03-4F60-BDE7-F70D5148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2415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3F5337F-A486-4BDB-94F6-26EC1A28D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9D3E00D-6926-40E6-A2FF-725A29FBD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pic>
        <p:nvPicPr>
          <p:cNvPr id="8" name="Tijdelijke aanduiding voor afbeelding 6">
            <a:extLst>
              <a:ext uri="{FF2B5EF4-FFF2-40B4-BE49-F238E27FC236}">
                <a16:creationId xmlns:a16="http://schemas.microsoft.com/office/drawing/2014/main" id="{CEC925CB-7B0B-4984-BB7A-640CBEB062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89699" y="32341"/>
            <a:ext cx="2872800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62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AF8673-E9F3-454F-ADB8-3D43646EF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rgbClr val="24157B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ED7BD9C-DEF9-45AB-9C83-E81FE1A0C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3C10221-FFFE-412C-8079-809DC0291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85CCA86-06FD-40FA-A338-845571842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E72822B-3663-4C1D-8B59-B26673163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E53815C-B8B7-4C30-B411-C53A0740F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A625-050B-4773-B6F1-90CFF9F81BFD}" type="datetimeFigureOut">
              <a:rPr lang="nl-NL" smtClean="0"/>
              <a:t>4-2-2026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C2C27A7-1E5B-4BBA-BDE5-B1DE4820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97F4858-D22D-4869-8F4B-D404730E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F576-4CB6-4EC5-A5B2-4E6D595569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6308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911F3-ABFE-4C29-8791-5852AA63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24157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6" name="Tijdelijke aanduiding voor afbeelding 6">
            <a:extLst>
              <a:ext uri="{FF2B5EF4-FFF2-40B4-BE49-F238E27FC236}">
                <a16:creationId xmlns:a16="http://schemas.microsoft.com/office/drawing/2014/main" id="{BED516C2-0FAA-46BF-AD87-602BA0A59D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/>
        </p:blipFill>
        <p:spPr>
          <a:xfrm>
            <a:off x="9289699" y="32341"/>
            <a:ext cx="2872800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66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844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B2CD7-EE04-4489-B71A-919AA80C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7655B2-EAB8-4D0A-A05E-72772D605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C394FCE-C65E-4B90-91BB-AE5E110DB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797F271-9408-4217-ADE1-06D69858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A625-050B-4773-B6F1-90CFF9F81BFD}" type="datetimeFigureOut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2B4A27A-68EC-4201-A128-863C143F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D68A004-70F7-482B-8C71-8B61A5EB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F576-4CB6-4EC5-A5B2-4E6D595569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091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04D452-0130-4302-80BA-51EC43161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13C17DB-73C7-42CD-A026-289D6C489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EAAD6F9-927F-477A-887F-714FCBFCF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4248805-6082-4090-9BCE-B2F11AE0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A625-050B-4773-B6F1-90CFF9F81BFD}" type="datetimeFigureOut">
              <a:rPr lang="nl-NL" smtClean="0"/>
              <a:t>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BCA7FCB-92A3-4A75-BA50-AD07BCE2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4448FD3-8FC3-4998-B020-CD865BA7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2F576-4CB6-4EC5-A5B2-4E6D595569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2121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A0FB13B-27E4-4517-891F-4DC791A9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195DC09-7435-43DA-8AD2-5B1C37E93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D9C03CE-AA68-4D5C-860B-71754B74A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0A625-050B-4773-B6F1-90CFF9F81BFD}" type="datetimeFigureOut">
              <a:rPr lang="nl-NL" smtClean="0"/>
              <a:t>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04A50E7-D604-4652-A89D-23228CFEF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F5CE87E-06DE-479B-A12F-51584DFFE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2F576-4CB6-4EC5-A5B2-4E6D595569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427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5" r:id="rId3"/>
    <p:sldLayoutId id="2147483650" r:id="rId4"/>
    <p:sldLayoutId id="2147483660" r:id="rId5"/>
    <p:sldLayoutId id="2147483663" r:id="rId6"/>
    <p:sldLayoutId id="2147483662" r:id="rId7"/>
    <p:sldLayoutId id="2147483661" r:id="rId8"/>
    <p:sldLayoutId id="2147483664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6.sv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39BFCF-9D5D-46B8-BBC6-89FBD7BC1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864" y="1131507"/>
            <a:ext cx="9144000" cy="2387600"/>
          </a:xfrm>
        </p:spPr>
        <p:txBody>
          <a:bodyPr/>
          <a:lstStyle/>
          <a:p>
            <a:pPr algn="l"/>
            <a:r>
              <a:rPr lang="nl-NL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Het Onderzoeksplan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CEFB6F0-354D-4F68-ACA7-3540BE243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864" y="3578194"/>
            <a:ext cx="9144000" cy="1655762"/>
          </a:xfrm>
        </p:spPr>
        <p:txBody>
          <a:bodyPr>
            <a:normAutofit/>
          </a:bodyPr>
          <a:lstStyle/>
          <a:p>
            <a:r>
              <a:rPr lang="nl-NL" sz="2000" dirty="0">
                <a:solidFill>
                  <a:schemeClr val="bg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Afstudeeropdracht MAAI Centre </a:t>
            </a:r>
            <a:r>
              <a:rPr lang="nl-NL" sz="2000" dirty="0" err="1">
                <a:solidFill>
                  <a:schemeClr val="bg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for</a:t>
            </a:r>
            <a:r>
              <a:rPr lang="nl-NL" sz="2000" dirty="0">
                <a:solidFill>
                  <a:schemeClr val="bg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 Financial </a:t>
            </a:r>
            <a:r>
              <a:rPr lang="nl-NL" sz="2000" dirty="0" err="1">
                <a:solidFill>
                  <a:schemeClr val="bg1">
                    <a:lumMod val="75000"/>
                  </a:schemeClr>
                </a:solidFill>
                <a:latin typeface="Arial"/>
                <a:ea typeface="ＭＳ Ｐゴシック" charset="-128"/>
                <a:cs typeface="Arial"/>
              </a:rPr>
              <a:t>Innovation</a:t>
            </a:r>
            <a:endParaRPr lang="nl-NL" sz="2000" dirty="0">
              <a:solidFill>
                <a:schemeClr val="bg1">
                  <a:lumMod val="75000"/>
                </a:schemeClr>
              </a:solidFill>
              <a:latin typeface="Arial"/>
              <a:ea typeface="ＭＳ Ｐゴシック" charset="-128"/>
              <a:cs typeface="Arial"/>
            </a:endParaRPr>
          </a:p>
          <a:p>
            <a:pPr algn="l"/>
            <a:endParaRPr lang="nl-NL" sz="2000" dirty="0">
              <a:solidFill>
                <a:schemeClr val="bg1">
                  <a:lumMod val="75000"/>
                </a:schemeClr>
              </a:solidFill>
              <a:latin typeface="Arial"/>
              <a:ea typeface="ＭＳ Ｐゴシック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7876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8500404-86D1-6B14-C0AF-D8AAFE20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A917329F-9EC1-31EF-8F46-14A48EC9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Doel van deze module</a:t>
            </a:r>
          </a:p>
          <a:p>
            <a:pPr lvl="1"/>
            <a:r>
              <a:rPr lang="nl-NL" dirty="0"/>
              <a:t>Schrijven van een Onderzoeksplan</a:t>
            </a:r>
          </a:p>
          <a:p>
            <a:r>
              <a:rPr lang="nl-NL" dirty="0"/>
              <a:t>Opmerkingen vooraf</a:t>
            </a:r>
          </a:p>
          <a:p>
            <a:endParaRPr lang="nl-NL" dirty="0"/>
          </a:p>
          <a:p>
            <a:r>
              <a:rPr lang="nl-NL" dirty="0"/>
              <a:t>Opzet onderzoeksplan</a:t>
            </a:r>
          </a:p>
          <a:p>
            <a:r>
              <a:rPr lang="nl-NL" dirty="0"/>
              <a:t>Opzet collegereeks</a:t>
            </a:r>
          </a:p>
          <a:p>
            <a:r>
              <a:rPr lang="nl-NL" dirty="0"/>
              <a:t>Presentatie onderwerpen</a:t>
            </a:r>
          </a:p>
          <a:p>
            <a:r>
              <a:rPr lang="nl-NL" dirty="0"/>
              <a:t>Beoordeling</a:t>
            </a:r>
          </a:p>
          <a:p>
            <a:r>
              <a:rPr lang="nl-NL" dirty="0"/>
              <a:t>Literatuurverkenning</a:t>
            </a:r>
          </a:p>
          <a:p>
            <a:pPr lvl="1"/>
            <a:r>
              <a:rPr lang="nl-NL" dirty="0"/>
              <a:t>Opdrachten volgende keer</a:t>
            </a:r>
          </a:p>
        </p:txBody>
      </p:sp>
    </p:spTree>
    <p:extLst>
      <p:ext uri="{BB962C8B-B14F-4D97-AF65-F5344CB8AC3E}">
        <p14:creationId xmlns:p14="http://schemas.microsoft.com/office/powerpoint/2010/main" val="99388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F1A0536C-D768-3F42-A9ED-C1CE8E3D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Meestal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41A6CE80-9442-CA00-408D-34936907E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19" y="1386169"/>
            <a:ext cx="1194931" cy="2356721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C65AD53-A237-FBA6-E478-96DA36508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148" y="1376339"/>
            <a:ext cx="1896424" cy="2356721"/>
          </a:xfrm>
          <a:prstGeom prst="rect">
            <a:avLst/>
          </a:prstGeom>
        </p:spPr>
      </p:pic>
      <p:sp>
        <p:nvSpPr>
          <p:cNvPr id="12" name="Pijl: rechts 11">
            <a:extLst>
              <a:ext uri="{FF2B5EF4-FFF2-40B4-BE49-F238E27FC236}">
                <a16:creationId xmlns:a16="http://schemas.microsoft.com/office/drawing/2014/main" id="{85E221B8-96A5-2A19-D645-02C95F26E013}"/>
              </a:ext>
            </a:extLst>
          </p:cNvPr>
          <p:cNvSpPr/>
          <p:nvPr/>
        </p:nvSpPr>
        <p:spPr>
          <a:xfrm>
            <a:off x="2667147" y="2126784"/>
            <a:ext cx="5304170" cy="8754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Graphic 13" descr="Robot met effen opvulling">
            <a:extLst>
              <a:ext uri="{FF2B5EF4-FFF2-40B4-BE49-F238E27FC236}">
                <a16:creationId xmlns:a16="http://schemas.microsoft.com/office/drawing/2014/main" id="{C328A3C5-990D-6DEF-8862-41912BF7A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9739" y="606548"/>
            <a:ext cx="1559242" cy="1559242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0B1052D0-6350-06B7-3890-832FA25B5D17}"/>
              </a:ext>
            </a:extLst>
          </p:cNvPr>
          <p:cNvSpPr txBox="1"/>
          <p:nvPr/>
        </p:nvSpPr>
        <p:spPr>
          <a:xfrm>
            <a:off x="550416" y="4314548"/>
            <a:ext cx="2849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Praktijkprobleem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397AFEB-0587-CC1E-6090-86228A5CA9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9322" y="2729290"/>
            <a:ext cx="1626196" cy="1228605"/>
          </a:xfrm>
          <a:prstGeom prst="rect">
            <a:avLst/>
          </a:prstGeom>
        </p:spPr>
      </p:pic>
      <p:pic>
        <p:nvPicPr>
          <p:cNvPr id="3" name="Graphic 2" descr="Microscoop met effen opvulling">
            <a:extLst>
              <a:ext uri="{FF2B5EF4-FFF2-40B4-BE49-F238E27FC236}">
                <a16:creationId xmlns:a16="http://schemas.microsoft.com/office/drawing/2014/main" id="{3872B4D1-F317-16BF-D3E6-475BCDD218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7161" y="1011084"/>
            <a:ext cx="1335741" cy="133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9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ABE0F-2FDD-208A-8099-9387B47FF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Wij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5F03128E-FF51-C062-FC11-E4FDB5373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19" y="1386169"/>
            <a:ext cx="1194931" cy="2356721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7E26D0D-B122-E2FD-0030-6D45645AB821}"/>
              </a:ext>
            </a:extLst>
          </p:cNvPr>
          <p:cNvSpPr txBox="1"/>
          <p:nvPr/>
        </p:nvSpPr>
        <p:spPr>
          <a:xfrm>
            <a:off x="579599" y="3818438"/>
            <a:ext cx="2849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Probleem</a:t>
            </a:r>
          </a:p>
        </p:txBody>
      </p:sp>
      <p:pic>
        <p:nvPicPr>
          <p:cNvPr id="6" name="Graphic 5" descr="Database silhouet">
            <a:extLst>
              <a:ext uri="{FF2B5EF4-FFF2-40B4-BE49-F238E27FC236}">
                <a16:creationId xmlns:a16="http://schemas.microsoft.com/office/drawing/2014/main" id="{BA468938-206D-A8C9-811F-0692C606E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2765" y="1948137"/>
            <a:ext cx="1794753" cy="1794753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7FDD3651-73E5-AB2F-279A-5170B9380966}"/>
              </a:ext>
            </a:extLst>
          </p:cNvPr>
          <p:cNvSpPr txBox="1"/>
          <p:nvPr/>
        </p:nvSpPr>
        <p:spPr>
          <a:xfrm>
            <a:off x="579599" y="3800124"/>
            <a:ext cx="2849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Bedacht probleem</a:t>
            </a:r>
          </a:p>
        </p:txBody>
      </p:sp>
      <p:sp>
        <p:nvSpPr>
          <p:cNvPr id="8" name="Pijl: rechts 7">
            <a:extLst>
              <a:ext uri="{FF2B5EF4-FFF2-40B4-BE49-F238E27FC236}">
                <a16:creationId xmlns:a16="http://schemas.microsoft.com/office/drawing/2014/main" id="{00931360-4E68-4F6E-A3E9-FD1F89AF6633}"/>
              </a:ext>
            </a:extLst>
          </p:cNvPr>
          <p:cNvSpPr/>
          <p:nvPr/>
        </p:nvSpPr>
        <p:spPr>
          <a:xfrm>
            <a:off x="2667147" y="2126784"/>
            <a:ext cx="2323142" cy="8754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Pijl: gekromd omhoog 8">
            <a:extLst>
              <a:ext uri="{FF2B5EF4-FFF2-40B4-BE49-F238E27FC236}">
                <a16:creationId xmlns:a16="http://schemas.microsoft.com/office/drawing/2014/main" id="{627EB484-40DF-C449-088F-D8B2C14F7292}"/>
              </a:ext>
            </a:extLst>
          </p:cNvPr>
          <p:cNvSpPr/>
          <p:nvPr/>
        </p:nvSpPr>
        <p:spPr>
          <a:xfrm flipH="1">
            <a:off x="1669003" y="4224738"/>
            <a:ext cx="4153050" cy="109438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0" name="Pijl: rechts 9">
            <a:extLst>
              <a:ext uri="{FF2B5EF4-FFF2-40B4-BE49-F238E27FC236}">
                <a16:creationId xmlns:a16="http://schemas.microsoft.com/office/drawing/2014/main" id="{A2356E1D-EBAE-A284-1646-5836EE9270AB}"/>
              </a:ext>
            </a:extLst>
          </p:cNvPr>
          <p:cNvSpPr/>
          <p:nvPr/>
        </p:nvSpPr>
        <p:spPr>
          <a:xfrm>
            <a:off x="6338655" y="2126784"/>
            <a:ext cx="1961966" cy="8754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6EA0B59-F8FD-7735-DFAC-8B8E0A64A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148" y="1376339"/>
            <a:ext cx="1896424" cy="2356721"/>
          </a:xfrm>
          <a:prstGeom prst="rect">
            <a:avLst/>
          </a:prstGeom>
        </p:spPr>
      </p:pic>
      <p:pic>
        <p:nvPicPr>
          <p:cNvPr id="12" name="Graphic 11" descr="Robot met effen opvulling">
            <a:extLst>
              <a:ext uri="{FF2B5EF4-FFF2-40B4-BE49-F238E27FC236}">
                <a16:creationId xmlns:a16="http://schemas.microsoft.com/office/drawing/2014/main" id="{C1EE1B90-91DD-6C2B-D601-5668A599E5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9739" y="606548"/>
            <a:ext cx="1559242" cy="1559242"/>
          </a:xfrm>
          <a:prstGeom prst="rect">
            <a:avLst/>
          </a:prstGeom>
        </p:spPr>
      </p:pic>
      <p:pic>
        <p:nvPicPr>
          <p:cNvPr id="13" name="Graphic 12" descr="Vinkje met effen opvulling">
            <a:extLst>
              <a:ext uri="{FF2B5EF4-FFF2-40B4-BE49-F238E27FC236}">
                <a16:creationId xmlns:a16="http://schemas.microsoft.com/office/drawing/2014/main" id="{74E35ABC-B3B1-D048-5927-5E55AF2EB7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67147" y="365125"/>
            <a:ext cx="6251305" cy="625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1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05AB35B-DDD0-F9F3-C7B3-C2E878DA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Aanpak onderzoek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53AEAC7-6510-E7C6-321B-730060E11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Meestal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72489E2-13D3-8C7F-0CEA-AF79D8BECB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Je werkt van probleem </a:t>
            </a:r>
          </a:p>
          <a:p>
            <a:r>
              <a:rPr lang="nl-NL" dirty="0"/>
              <a:t>naar oplossing</a:t>
            </a:r>
          </a:p>
          <a:p>
            <a:r>
              <a:rPr lang="nl-NL" dirty="0"/>
              <a:t>via onderzoek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C0CDE2C5-5522-8852-0437-9A579489B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Nu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1DFDDB46-3741-7100-5D9D-877406C6635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nl-NL" dirty="0"/>
              <a:t>Je kiest een onderwerp</a:t>
            </a:r>
          </a:p>
          <a:p>
            <a:r>
              <a:rPr lang="nl-NL" dirty="0"/>
              <a:t>Kijkt of er data zijn</a:t>
            </a:r>
          </a:p>
          <a:p>
            <a:r>
              <a:rPr lang="nl-NL" dirty="0"/>
              <a:t>Past je probleem aan</a:t>
            </a:r>
          </a:p>
          <a:p>
            <a:r>
              <a:rPr lang="nl-NL" dirty="0"/>
              <a:t>Werkt naar een oplossing</a:t>
            </a:r>
          </a:p>
          <a:p>
            <a:r>
              <a:rPr lang="nl-NL" dirty="0"/>
              <a:t>via onderzoek</a:t>
            </a:r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C9E33A36-40DB-0E18-4719-2756AF89C891}"/>
              </a:ext>
            </a:extLst>
          </p:cNvPr>
          <p:cNvSpPr/>
          <p:nvPr/>
        </p:nvSpPr>
        <p:spPr>
          <a:xfrm>
            <a:off x="5904689" y="2438400"/>
            <a:ext cx="5865779" cy="1608306"/>
          </a:xfrm>
          <a:prstGeom prst="round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179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7B07AA-FA2B-F522-CAFC-4D4B8844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Onderzoeksplan/projectplan</a:t>
            </a:r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D6CAC4FD-79C1-7A5C-A5BC-65C7C59584D7}"/>
              </a:ext>
            </a:extLst>
          </p:cNvPr>
          <p:cNvGrpSpPr/>
          <p:nvPr/>
        </p:nvGrpSpPr>
        <p:grpSpPr>
          <a:xfrm>
            <a:off x="3418823" y="2249062"/>
            <a:ext cx="1890944" cy="1253309"/>
            <a:chOff x="7013359" y="2007015"/>
            <a:chExt cx="1890944" cy="1253309"/>
          </a:xfrm>
        </p:grpSpPr>
        <p:sp>
          <p:nvSpPr>
            <p:cNvPr id="5" name="Bijschrift: pijl-links 4">
              <a:extLst>
                <a:ext uri="{FF2B5EF4-FFF2-40B4-BE49-F238E27FC236}">
                  <a16:creationId xmlns:a16="http://schemas.microsoft.com/office/drawing/2014/main" id="{B5BFF6F3-C574-BA79-3CAE-00778B6C7B30}"/>
                </a:ext>
              </a:extLst>
            </p:cNvPr>
            <p:cNvSpPr/>
            <p:nvPr/>
          </p:nvSpPr>
          <p:spPr>
            <a:xfrm>
              <a:off x="7013359" y="2007015"/>
              <a:ext cx="1890944" cy="1253309"/>
            </a:xfrm>
            <a:prstGeom prst="leftArrowCallou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EE3E51D4-B603-B4CF-9B39-479200FF3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9059" y="2182160"/>
              <a:ext cx="1195244" cy="903017"/>
            </a:xfrm>
            <a:prstGeom prst="rect">
              <a:avLst/>
            </a:prstGeom>
          </p:spPr>
        </p:pic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C28600E9-74A4-A98F-2CBF-621E7512CC23}"/>
              </a:ext>
            </a:extLst>
          </p:cNvPr>
          <p:cNvGrpSpPr/>
          <p:nvPr/>
        </p:nvGrpSpPr>
        <p:grpSpPr>
          <a:xfrm>
            <a:off x="3418823" y="3825162"/>
            <a:ext cx="1890944" cy="1253309"/>
            <a:chOff x="9781334" y="1064033"/>
            <a:chExt cx="1890944" cy="1253309"/>
          </a:xfrm>
        </p:grpSpPr>
        <p:sp>
          <p:nvSpPr>
            <p:cNvPr id="8" name="Bijschrift: pijl-links 7">
              <a:extLst>
                <a:ext uri="{FF2B5EF4-FFF2-40B4-BE49-F238E27FC236}">
                  <a16:creationId xmlns:a16="http://schemas.microsoft.com/office/drawing/2014/main" id="{C382F8F9-747F-72E4-DFE2-6A8B5DC7DD70}"/>
                </a:ext>
              </a:extLst>
            </p:cNvPr>
            <p:cNvSpPr/>
            <p:nvPr/>
          </p:nvSpPr>
          <p:spPr>
            <a:xfrm>
              <a:off x="9781334" y="1064033"/>
              <a:ext cx="1890944" cy="1253309"/>
            </a:xfrm>
            <a:prstGeom prst="leftArrowCallou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9A47D285-B85C-A47E-ABB3-C1AA7DB09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77034" y="1239178"/>
              <a:ext cx="1195244" cy="903017"/>
            </a:xfrm>
            <a:prstGeom prst="rect">
              <a:avLst/>
            </a:prstGeom>
          </p:spPr>
        </p:pic>
      </p:grp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4C238A2-5A50-1673-3763-A1C107C92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Inhoud</a:t>
            </a:r>
          </a:p>
          <a:p>
            <a:r>
              <a:rPr lang="nl-NL" dirty="0"/>
              <a:t>Samenvatting</a:t>
            </a:r>
          </a:p>
          <a:p>
            <a:r>
              <a:rPr lang="nl-NL" dirty="0"/>
              <a:t>Introductie</a:t>
            </a:r>
          </a:p>
          <a:p>
            <a:pPr lvl="1"/>
            <a:r>
              <a:rPr lang="nl-NL" dirty="0"/>
              <a:t>Context, probleem, bestaande kennis over probleem, gat in de kennis</a:t>
            </a:r>
          </a:p>
          <a:p>
            <a:r>
              <a:rPr lang="nl-NL" dirty="0"/>
              <a:t>Achtergrond</a:t>
            </a:r>
          </a:p>
          <a:p>
            <a:pPr lvl="1"/>
            <a:r>
              <a:rPr lang="nl-NL" dirty="0"/>
              <a:t>Stakeholders, </a:t>
            </a:r>
            <a:r>
              <a:rPr lang="nl-NL" dirty="0" err="1"/>
              <a:t>requirements</a:t>
            </a:r>
            <a:endParaRPr lang="nl-NL" dirty="0"/>
          </a:p>
          <a:p>
            <a:r>
              <a:rPr lang="nl-NL" dirty="0"/>
              <a:t>Methodologie</a:t>
            </a:r>
          </a:p>
          <a:p>
            <a:pPr lvl="1"/>
            <a:r>
              <a:rPr lang="nl-NL" dirty="0"/>
              <a:t>Te gebruiken modellen, te gebruiken data, eventueel flow </a:t>
            </a:r>
            <a:r>
              <a:rPr lang="nl-NL" dirty="0" err="1"/>
              <a:t>charts</a:t>
            </a:r>
            <a:endParaRPr lang="nl-NL" dirty="0"/>
          </a:p>
          <a:p>
            <a:r>
              <a:rPr lang="nl-NL" dirty="0"/>
              <a:t>Planning</a:t>
            </a:r>
          </a:p>
          <a:p>
            <a:r>
              <a:rPr lang="nl-NL" dirty="0"/>
              <a:t>Bronnenlijst </a:t>
            </a:r>
          </a:p>
        </p:txBody>
      </p:sp>
    </p:spTree>
    <p:extLst>
      <p:ext uri="{BB962C8B-B14F-4D97-AF65-F5344CB8AC3E}">
        <p14:creationId xmlns:p14="http://schemas.microsoft.com/office/powerpoint/2010/main" val="129013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6BA1A2-11EB-6352-9680-BC8D955D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Volgens de handleiding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A41AD15-B43F-C75B-35FB-B83B4374E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/>
              <a:t>In het onderzoeksplan beschrijf je onder meer:</a:t>
            </a:r>
          </a:p>
          <a:p>
            <a:r>
              <a:rPr lang="nl-NL" dirty="0"/>
              <a:t>het vraagstuk en de relevante context, inclusief betrokken stakeholders en hun belangen; </a:t>
            </a:r>
          </a:p>
          <a:p>
            <a:r>
              <a:rPr lang="nl-NL" dirty="0"/>
              <a:t>de eisen en randvoorwaarden waaraan een AI-oplossing moet voldoen; </a:t>
            </a:r>
          </a:p>
          <a:p>
            <a:r>
              <a:rPr lang="nl-NL" dirty="0"/>
              <a:t>de geschiktheid van AI voor het vraagstuk; </a:t>
            </a:r>
          </a:p>
          <a:p>
            <a:r>
              <a:rPr lang="nl-NL" dirty="0"/>
              <a:t>de beoogde data, modellen en technieken, onderbouwd vanuit de literatuur en bestaand werk; </a:t>
            </a:r>
          </a:p>
          <a:p>
            <a:r>
              <a:rPr lang="nl-NL" dirty="0"/>
              <a:t>de gekozen evaluatieaanpak en bijbehorende </a:t>
            </a:r>
            <a:r>
              <a:rPr lang="nl-NL" dirty="0" err="1"/>
              <a:t>metrics</a:t>
            </a:r>
            <a:r>
              <a:rPr lang="nl-NL" dirty="0"/>
              <a:t>; </a:t>
            </a:r>
          </a:p>
          <a:p>
            <a:r>
              <a:rPr lang="nl-NL" dirty="0"/>
              <a:t>de onderzoeksopzet, methoden en planning.</a:t>
            </a:r>
          </a:p>
        </p:txBody>
      </p:sp>
    </p:spTree>
    <p:extLst>
      <p:ext uri="{BB962C8B-B14F-4D97-AF65-F5344CB8AC3E}">
        <p14:creationId xmlns:p14="http://schemas.microsoft.com/office/powerpoint/2010/main" val="225697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ABDA4-309B-7301-6A4A-10633D31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i="1" dirty="0"/>
              <a:t>In </a:t>
            </a:r>
            <a:r>
              <a:rPr lang="nl-NL" i="1" dirty="0" err="1"/>
              <a:t>other</a:t>
            </a:r>
            <a:r>
              <a:rPr lang="nl-NL" i="1" dirty="0"/>
              <a:t> </a:t>
            </a:r>
            <a:r>
              <a:rPr lang="nl-NL" i="1" dirty="0" err="1"/>
              <a:t>words</a:t>
            </a:r>
            <a:r>
              <a:rPr lang="nl-NL" i="1" dirty="0"/>
              <a:t> …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F347070-4025-1907-CE6A-9BDADA289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moet een financieel vraagstuk oplossen</a:t>
            </a:r>
          </a:p>
          <a:p>
            <a:r>
              <a:rPr lang="nl-NL" dirty="0"/>
              <a:t>Met een algoritme dat je zelf maakt</a:t>
            </a:r>
          </a:p>
          <a:p>
            <a:r>
              <a:rPr lang="nl-NL" dirty="0"/>
              <a:t>Je moet kunnen laten zien waarom jouw aanpak zinnig is</a:t>
            </a:r>
          </a:p>
          <a:p>
            <a:pPr lvl="1"/>
            <a:r>
              <a:rPr lang="nl-NL" dirty="0"/>
              <a:t>Toevoegt</a:t>
            </a:r>
          </a:p>
          <a:p>
            <a:pPr lvl="1"/>
            <a:r>
              <a:rPr lang="nl-NL" dirty="0"/>
              <a:t>Beter presteert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BF5DCF27-2324-B0F4-11AE-A20DA1A1745B}"/>
              </a:ext>
            </a:extLst>
          </p:cNvPr>
          <p:cNvSpPr txBox="1"/>
          <p:nvPr/>
        </p:nvSpPr>
        <p:spPr>
          <a:xfrm>
            <a:off x="1210235" y="4509247"/>
            <a:ext cx="7745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… je zelfstandig een AI-vraagstuk kunt onderzoeken en een passende AI-oplossing kunt ontwerpen en evalueren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E7165D65-7F4B-59DD-B46C-5EF92526F424}"/>
              </a:ext>
            </a:extLst>
          </p:cNvPr>
          <p:cNvSpPr/>
          <p:nvPr/>
        </p:nvSpPr>
        <p:spPr>
          <a:xfrm>
            <a:off x="780401" y="4509247"/>
            <a:ext cx="4876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“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F047500B-1FF6-3B05-6414-5898FD1496C0}"/>
              </a:ext>
            </a:extLst>
          </p:cNvPr>
          <p:cNvSpPr/>
          <p:nvPr/>
        </p:nvSpPr>
        <p:spPr>
          <a:xfrm>
            <a:off x="8841746" y="4370747"/>
            <a:ext cx="4860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”</a:t>
            </a:r>
            <a:endParaRPr lang="nl-NL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470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2F303-8D97-B4C2-C5EF-81B8DCDE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Opzet collegereeks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A9C438D-87F6-8B72-95AF-6BF97B3D7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staat er de komende weken op het programma</a:t>
            </a:r>
          </a:p>
        </p:txBody>
      </p:sp>
    </p:spTree>
    <p:extLst>
      <p:ext uri="{BB962C8B-B14F-4D97-AF65-F5344CB8AC3E}">
        <p14:creationId xmlns:p14="http://schemas.microsoft.com/office/powerpoint/2010/main" val="670065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83A40DE-1702-C1C6-81B2-3B82C24E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Opzet collegereeks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98F5889D-7DEF-E556-95B4-2D06F7189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Week 6 is projectplan klaar</a:t>
            </a:r>
          </a:p>
          <a:p>
            <a:pPr lvl="1"/>
            <a:r>
              <a:rPr lang="nl-NL" dirty="0"/>
              <a:t>Dan heb je ruim de tijd om je opdracht te maken</a:t>
            </a:r>
          </a:p>
          <a:p>
            <a:pPr lvl="1"/>
            <a:r>
              <a:rPr lang="nl-NL" dirty="0"/>
              <a:t>We lopen daarmee iets in, op het programma</a:t>
            </a:r>
          </a:p>
          <a:p>
            <a:endParaRPr lang="nl-NL" dirty="0"/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Onderwerp presenteren en finale keuze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Literatuur verkennen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Literatuur verkennen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Ethische implicaties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Presentatie in ‘Jip en Janneke-taal’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Definitieve versie</a:t>
            </a:r>
          </a:p>
        </p:txBody>
      </p:sp>
    </p:spTree>
    <p:extLst>
      <p:ext uri="{BB962C8B-B14F-4D97-AF65-F5344CB8AC3E}">
        <p14:creationId xmlns:p14="http://schemas.microsoft.com/office/powerpoint/2010/main" val="1588967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0B2D7-579D-70F2-1F9E-2CC1C3DB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Opzet (2)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E0E433-C1E4-8440-9F62-B7891E80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258" y="1825625"/>
            <a:ext cx="10411485" cy="4351338"/>
          </a:xfrm>
        </p:spPr>
        <p:txBody>
          <a:bodyPr/>
          <a:lstStyle/>
          <a:p>
            <a:r>
              <a:rPr lang="nl-NL" dirty="0"/>
              <a:t>Huiswerk</a:t>
            </a:r>
          </a:p>
          <a:p>
            <a:r>
              <a:rPr lang="nl-NL" dirty="0"/>
              <a:t>College met werkvormen en presentaties</a:t>
            </a:r>
          </a:p>
          <a:p>
            <a:endParaRPr lang="nl-NL" dirty="0"/>
          </a:p>
          <a:p>
            <a:r>
              <a:rPr lang="nl-NL" dirty="0"/>
              <a:t>Delen van het Onderzoeksplan</a:t>
            </a:r>
          </a:p>
          <a:p>
            <a:r>
              <a:rPr lang="nl-NL" dirty="0"/>
              <a:t>Inleveren op BS</a:t>
            </a:r>
          </a:p>
          <a:p>
            <a:r>
              <a:rPr lang="nl-NL" dirty="0"/>
              <a:t>Aan het eind voeg je zaken bij elkaar</a:t>
            </a:r>
          </a:p>
        </p:txBody>
      </p:sp>
      <p:pic>
        <p:nvPicPr>
          <p:cNvPr id="4" name="Picture 2" descr="Brightspace in HDSB">
            <a:extLst>
              <a:ext uri="{FF2B5EF4-FFF2-40B4-BE49-F238E27FC236}">
                <a16:creationId xmlns:a16="http://schemas.microsoft.com/office/drawing/2014/main" id="{1E0729A0-9A93-8FC5-666B-4622D28A3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354" y="3624024"/>
            <a:ext cx="3023006" cy="78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85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96B2068-1977-6DC2-291E-424F2E85D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Presentatie onderwerpen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9346459-BD8D-1AE2-5747-2B7694BAD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Presentatie van eerste keuzes</a:t>
            </a:r>
          </a:p>
        </p:txBody>
      </p:sp>
      <p:pic>
        <p:nvPicPr>
          <p:cNvPr id="2" name="Afbeelding 1" descr="Afbeelding met clipart, illustratie, tekenfilm, Tekenfilm&#10;&#10;Door AI gegenereerde inhoud is mogelijk onjuist.">
            <a:extLst>
              <a:ext uri="{FF2B5EF4-FFF2-40B4-BE49-F238E27FC236}">
                <a16:creationId xmlns:a16="http://schemas.microsoft.com/office/drawing/2014/main" id="{64AA24C0-5134-DB37-2072-8C9540CF3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636" y="4005263"/>
            <a:ext cx="3783941" cy="285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1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8F6858-90D8-26AA-D253-DD998AD49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Presentatie onderwerpen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FBE6D1A-9BD0-3A4B-98C4-6BD00535A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Welk onderwerp</a:t>
            </a:r>
          </a:p>
          <a:p>
            <a:pPr lvl="1"/>
            <a:r>
              <a:rPr lang="en-US" dirty="0"/>
              <a:t>Enhancing Money Laundering Detection with Semi-Supervised Learning</a:t>
            </a:r>
          </a:p>
          <a:p>
            <a:pPr lvl="1"/>
            <a:r>
              <a:rPr lang="en-US" dirty="0"/>
              <a:t>Graph Neural Networks Applied to Money Laundering Detection</a:t>
            </a:r>
          </a:p>
          <a:p>
            <a:pPr lvl="1"/>
            <a:r>
              <a:rPr lang="en-US" dirty="0"/>
              <a:t>Natural language processing in detecting fraud on debit card transactions</a:t>
            </a:r>
          </a:p>
          <a:p>
            <a:pPr lvl="1"/>
            <a:r>
              <a:rPr lang="en-US" dirty="0"/>
              <a:t>Assessment of SME Credit Risk </a:t>
            </a:r>
          </a:p>
          <a:p>
            <a:pPr lvl="1"/>
            <a:r>
              <a:rPr lang="nl-NL" dirty="0"/>
              <a:t>Cybersecurity in </a:t>
            </a:r>
            <a:r>
              <a:rPr lang="nl-NL" dirty="0" err="1"/>
              <a:t>Fintech</a:t>
            </a:r>
            <a:endParaRPr lang="nl-NL" dirty="0"/>
          </a:p>
          <a:p>
            <a:pPr lvl="1"/>
            <a:r>
              <a:rPr lang="nl-NL" dirty="0"/>
              <a:t>Eigen onderwerp</a:t>
            </a:r>
          </a:p>
          <a:p>
            <a:r>
              <a:rPr lang="nl-NL" dirty="0"/>
              <a:t>Data die je gaat gebruiken</a:t>
            </a:r>
          </a:p>
          <a:p>
            <a:pPr lvl="1"/>
            <a:r>
              <a:rPr lang="nl-NL" dirty="0"/>
              <a:t>Bron van de data</a:t>
            </a:r>
          </a:p>
        </p:txBody>
      </p:sp>
    </p:spTree>
    <p:extLst>
      <p:ext uri="{BB962C8B-B14F-4D97-AF65-F5344CB8AC3E}">
        <p14:creationId xmlns:p14="http://schemas.microsoft.com/office/powerpoint/2010/main" val="2799663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7BF356-92FF-D19F-0ED8-47725134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Feedback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795682-67A4-681A-5B90-563B42305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Feedback docenten</a:t>
            </a:r>
          </a:p>
          <a:p>
            <a:endParaRPr lang="nl-NL" dirty="0"/>
          </a:p>
          <a:p>
            <a:r>
              <a:rPr lang="nl-NL" dirty="0"/>
              <a:t>Feedback studenten</a:t>
            </a:r>
          </a:p>
          <a:p>
            <a:pPr lvl="1"/>
            <a:r>
              <a:rPr lang="nl-NL" dirty="0"/>
              <a:t>Noteer:</a:t>
            </a:r>
          </a:p>
          <a:p>
            <a:pPr lvl="2"/>
            <a:r>
              <a:rPr lang="nl-NL" dirty="0"/>
              <a:t>Dit vind ik sterk aan het onderwerp</a:t>
            </a:r>
          </a:p>
          <a:p>
            <a:pPr lvl="2"/>
            <a:r>
              <a:rPr lang="nl-NL" dirty="0"/>
              <a:t>Hier heb ik bedenkingen</a:t>
            </a:r>
          </a:p>
          <a:p>
            <a:pPr lvl="2"/>
            <a:r>
              <a:rPr lang="nl-NL" dirty="0"/>
              <a:t>Hier heb ik vragen over</a:t>
            </a:r>
          </a:p>
        </p:txBody>
      </p:sp>
      <p:pic>
        <p:nvPicPr>
          <p:cNvPr id="6" name="Afbeelding 5" descr="Afbeelding met verbruiksartikelen voor kantoor, potlood, schrijfmateriaal, Markeermiddelen&#10;&#10;Door AI gegenereerde inhoud is mogelijk onjuist.">
            <a:extLst>
              <a:ext uri="{FF2B5EF4-FFF2-40B4-BE49-F238E27FC236}">
                <a16:creationId xmlns:a16="http://schemas.microsoft.com/office/drawing/2014/main" id="{07C5389C-8B9B-8ECA-BB68-CA11A28C7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82949">
            <a:off x="6252808" y="2055668"/>
            <a:ext cx="3907494" cy="381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32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C77EF5C-D88C-6DAA-F045-927544C73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Beoordeling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DECDA01-ED1B-913B-913B-68C309C5A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Waar word je op beoordeeld</a:t>
            </a:r>
          </a:p>
        </p:txBody>
      </p:sp>
    </p:spTree>
    <p:extLst>
      <p:ext uri="{BB962C8B-B14F-4D97-AF65-F5344CB8AC3E}">
        <p14:creationId xmlns:p14="http://schemas.microsoft.com/office/powerpoint/2010/main" val="4071124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A736214-72FD-E3D7-C605-CA33CD31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nl-NL" dirty="0"/>
              <a:t>A. CONTEXTUALISEREN EN ONTWERPEN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A46FA70E-7377-28C8-B612-6FBC3B6A6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000" dirty="0"/>
              <a:t>Je doet onderzoek om het probleem in context in kaart te brengen, herformuleert het vraagstuk, weegt en toetst de belangen van de opdrachtgever, eindgebruiker en andere belanghebbenden.</a:t>
            </a:r>
          </a:p>
          <a:p>
            <a:r>
              <a:rPr lang="nl-NL" sz="2000" dirty="0"/>
              <a:t>Je stelt voor een AI-oplossing juridische, ethische, organisatorische, functionele en technische </a:t>
            </a:r>
            <a:r>
              <a:rPr lang="nl-NL" sz="2000" dirty="0" err="1"/>
              <a:t>requirements</a:t>
            </a:r>
            <a:r>
              <a:rPr lang="nl-NL" sz="2000" dirty="0"/>
              <a:t> op.</a:t>
            </a:r>
          </a:p>
          <a:p>
            <a:r>
              <a:rPr lang="nl-NL" sz="2000" dirty="0"/>
              <a:t>Je onderbouwt in hoeverre AI geschikt is voor een gegeven vraagstuk en maakt een weloverwogen keuze welke mate van automatisering daarbij gewenst is, gelet op technische, maatschappelijke en ethische aspecten.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B6C64F4-D8BF-E8B7-A961-010DF331E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080" y="558335"/>
            <a:ext cx="1132353" cy="11323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738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E2CFC2-EB56-CC80-8A6C-254E1625C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nl-NL" sz="3700"/>
              <a:t>B. ONTWIKKELEN EN MODELLEREN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D0C827-1C7E-9CC0-9CD9-A901BB643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400" dirty="0"/>
              <a:t>Je onderzoekt (of beschrijft je aanpak voor het samenstellen van) een dataset voor het trainen, finetunen en testen van AI-modellen en onderbouwt de relevantie ervan aan de hand van de projectcontext en de literatuur, rekening houdend met voordelen, beperkingen, risico’s en ethische implicaties.</a:t>
            </a:r>
          </a:p>
          <a:p>
            <a:r>
              <a:rPr lang="nl-NL" sz="2400" dirty="0"/>
              <a:t>Je hebt, op basis van de literatuur, relevante AI-architecturen en technieken voor het project onderzocht. Je onderbouwt je architectuurkeuzes aan de hand van systeemvereisten, randvoorwaarden en de literatuur. 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AC2F5D17-E299-CE7A-1308-2908D29A4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080" y="558335"/>
            <a:ext cx="1132353" cy="11323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041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8E8CFE-0E30-59A8-F7EB-A4129DF9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C. EVALUEREN EN MONITOREN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2DA120-6B2E-E190-4AC4-576ACF646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hebt </a:t>
            </a:r>
            <a:r>
              <a:rPr lang="nl-NL" dirty="0" err="1"/>
              <a:t>evaluatiemetrics</a:t>
            </a:r>
            <a:r>
              <a:rPr lang="nl-NL" dirty="0"/>
              <a:t> onderzocht en onderbouwd voor het selecteren, vergelijken en evalueren van AI-modellen. Je keuzes zijn contextbewust en worden ondersteund door de literatuur.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82852C0-4E08-CFB2-D219-DFB2E83B8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080" y="558335"/>
            <a:ext cx="1132353" cy="11323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1058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78CC1-3AA8-E851-E6AE-7AB12DE8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D. ZELFSTURING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B82760B-095E-82E0-3735-CBF7AE07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kan zelfstandig een onderzoek opzetten, uitvoeren en schriftelijk en mondeling rapporteren volgens de geldende standaarden uit het vakgebied.</a:t>
            </a:r>
          </a:p>
          <a:p>
            <a:r>
              <a:rPr lang="nl-NL" dirty="0"/>
              <a:t>Je kiest robuuste en valide onderzoeksmethoden en draagt zo bij aan de ontwikkeling van nieuwe kennis in het AI-vakgebied.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D3B4B8D-D9B6-DEA2-A6C7-B652E1035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3080" y="558335"/>
            <a:ext cx="1132353" cy="11323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2367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A51D4-B7C0-F13D-4F03-B766BF0D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3415691-8E87-3875-9A4E-EFCBA87D3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Literatuurverkenning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B4F0C0F-0600-EC6C-2284-866FCACB2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Opdracht voor volgende keer</a:t>
            </a:r>
          </a:p>
        </p:txBody>
      </p:sp>
    </p:spTree>
    <p:extLst>
      <p:ext uri="{BB962C8B-B14F-4D97-AF65-F5344CB8AC3E}">
        <p14:creationId xmlns:p14="http://schemas.microsoft.com/office/powerpoint/2010/main" val="1733933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BBA0881-064D-289D-0137-F0F26262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Literatuurverkenning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AADEFB80-5BC8-6B61-40BA-364638645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Twee keer literatuuronderzoek</a:t>
            </a:r>
          </a:p>
          <a:p>
            <a:pPr lvl="1"/>
            <a:r>
              <a:rPr lang="nl-NL" dirty="0"/>
              <a:t>Probleemverkenning</a:t>
            </a:r>
          </a:p>
          <a:p>
            <a:pPr lvl="1"/>
            <a:r>
              <a:rPr lang="nl-NL" dirty="0"/>
              <a:t>Passende methodiek zoeken</a:t>
            </a:r>
          </a:p>
          <a:p>
            <a:endParaRPr lang="nl-NL" dirty="0"/>
          </a:p>
          <a:p>
            <a:r>
              <a:rPr lang="nl-NL" dirty="0"/>
              <a:t>Huiswerk: Zoeklicht HvA</a:t>
            </a:r>
          </a:p>
          <a:p>
            <a:pPr lvl="1"/>
            <a:r>
              <a:rPr lang="nl-NL" dirty="0"/>
              <a:t>Cursus literatuur zoeken voor gevorderden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1297CA04-C6E2-63DA-2CC8-CA0DCC392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857"/>
          <a:stretch/>
        </p:blipFill>
        <p:spPr>
          <a:xfrm>
            <a:off x="4733364" y="4506820"/>
            <a:ext cx="2377749" cy="217394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F605B22F-49AB-17D3-7A3E-CC397890F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721" y="3274411"/>
            <a:ext cx="5160093" cy="29025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4960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E21F24-42EF-8F6E-6FEA-8AB2CEBB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E54A971-EC76-2860-9375-BD1DF5914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Bijdrage van Femke van de </a:t>
            </a:r>
            <a:r>
              <a:rPr lang="nl-NL" dirty="0" err="1"/>
              <a:t>Kasteele</a:t>
            </a:r>
            <a:endParaRPr lang="nl-NL" dirty="0"/>
          </a:p>
          <a:p>
            <a:pPr lvl="1"/>
            <a:r>
              <a:rPr lang="nl-NL" dirty="0"/>
              <a:t>Specialist Onderwijsondersteuning</a:t>
            </a:r>
          </a:p>
          <a:p>
            <a:pPr lvl="1"/>
            <a:r>
              <a:rPr lang="nl-NL" dirty="0"/>
              <a:t>Library Liaison Faculteit FBE </a:t>
            </a:r>
          </a:p>
        </p:txBody>
      </p:sp>
    </p:spTree>
    <p:extLst>
      <p:ext uri="{BB962C8B-B14F-4D97-AF65-F5344CB8AC3E}">
        <p14:creationId xmlns:p14="http://schemas.microsoft.com/office/powerpoint/2010/main" val="1681112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356EB-E8FF-A055-A28A-53FA0CEC2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Opdrachten 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BF29DE-9EAE-0ADB-AB77-1B78127A0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Literatuuronderzoek</a:t>
            </a:r>
          </a:p>
          <a:p>
            <a:pPr lvl="1"/>
            <a:r>
              <a:rPr lang="nl-NL" dirty="0"/>
              <a:t>Doe de cursus Zoeklicht voor gevorderden</a:t>
            </a:r>
          </a:p>
          <a:p>
            <a:pPr lvl="2"/>
            <a:r>
              <a:rPr lang="nl-NL" dirty="0"/>
              <a:t>Van de bibliotheek van de HvA</a:t>
            </a:r>
          </a:p>
          <a:p>
            <a:pPr lvl="1"/>
            <a:r>
              <a:rPr lang="nl-NL" dirty="0"/>
              <a:t>Lever schermafdruk in op BS</a:t>
            </a:r>
          </a:p>
          <a:p>
            <a:pPr lvl="1"/>
            <a:endParaRPr lang="nl-NL" dirty="0"/>
          </a:p>
          <a:p>
            <a:r>
              <a:rPr lang="nl-NL" dirty="0"/>
              <a:t>Presentaties</a:t>
            </a:r>
          </a:p>
          <a:p>
            <a:pPr lvl="1"/>
            <a:r>
              <a:rPr lang="nl-NL" dirty="0"/>
              <a:t>Formuleer </a:t>
            </a:r>
          </a:p>
          <a:p>
            <a:pPr lvl="2"/>
            <a:r>
              <a:rPr lang="nl-NL" dirty="0"/>
              <a:t>Vragen</a:t>
            </a:r>
          </a:p>
          <a:p>
            <a:pPr lvl="2"/>
            <a:r>
              <a:rPr lang="nl-NL" dirty="0"/>
              <a:t>Problemen</a:t>
            </a:r>
          </a:p>
          <a:p>
            <a:pPr lvl="2"/>
            <a:r>
              <a:rPr lang="nl-NL" dirty="0"/>
              <a:t>Twijfels </a:t>
            </a:r>
          </a:p>
        </p:txBody>
      </p:sp>
      <p:pic>
        <p:nvPicPr>
          <p:cNvPr id="4" name="Picture 2" descr="Brightspace in HDSB">
            <a:extLst>
              <a:ext uri="{FF2B5EF4-FFF2-40B4-BE49-F238E27FC236}">
                <a16:creationId xmlns:a16="http://schemas.microsoft.com/office/drawing/2014/main" id="{EC9DAE5B-2956-090E-EC57-EB213B465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871" y="2343150"/>
            <a:ext cx="4200525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72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vA eigen maaksel.potx" id="{C26501AC-F6B8-4414-B327-C2FF80C08DFB}" vid="{FA603430-C76B-457B-8BD4-0B4C1808187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HvA eigen maaksel</Template>
  <TotalTime>302</TotalTime>
  <Words>702</Words>
  <Application>Microsoft Office PowerPoint</Application>
  <PresentationFormat>Breedbeeld</PresentationFormat>
  <Paragraphs>135</Paragraphs>
  <Slides>23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7" baseType="lpstr">
      <vt:lpstr>Amasis MT Pro Black</vt:lpstr>
      <vt:lpstr>Arial</vt:lpstr>
      <vt:lpstr>Calibri</vt:lpstr>
      <vt:lpstr>Kantoorthema</vt:lpstr>
      <vt:lpstr>Het Onderzoeksplan</vt:lpstr>
      <vt:lpstr>Inhoud</vt:lpstr>
      <vt:lpstr>Meestal</vt:lpstr>
      <vt:lpstr>Wij</vt:lpstr>
      <vt:lpstr>Aanpak onderzoek</vt:lpstr>
      <vt:lpstr>Onderzoeksplan/projectplan</vt:lpstr>
      <vt:lpstr>Volgens de handleiding</vt:lpstr>
      <vt:lpstr>In other words …</vt:lpstr>
      <vt:lpstr>Opzet collegereeks</vt:lpstr>
      <vt:lpstr>Opzet collegereeks</vt:lpstr>
      <vt:lpstr>Opzet (2)</vt:lpstr>
      <vt:lpstr>Presentatie onderwerpen</vt:lpstr>
      <vt:lpstr>Presentatie onderwerpen</vt:lpstr>
      <vt:lpstr>Feedback</vt:lpstr>
      <vt:lpstr>Beoordeling</vt:lpstr>
      <vt:lpstr>A. CONTEXTUALISEREN EN ONTWERPEN</vt:lpstr>
      <vt:lpstr>B. ONTWIKKELEN EN MODELLEREN </vt:lpstr>
      <vt:lpstr>C. EVALUEREN EN MONITOREN</vt:lpstr>
      <vt:lpstr>D. ZELFSTURING</vt:lpstr>
      <vt:lpstr>Literatuurverkenning</vt:lpstr>
      <vt:lpstr>Literatuurverkenning</vt:lpstr>
      <vt:lpstr>Volgende week</vt:lpstr>
      <vt:lpstr>Opdrachten volgende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Het Onderzoeksplan</dc:title>
  <dc:creator>Gert de Jong</dc:creator>
  <cp:lastModifiedBy>Gert de Jong</cp:lastModifiedBy>
  <cp:revision>2</cp:revision>
  <dcterms:created xsi:type="dcterms:W3CDTF">2025-01-22T15:23:55Z</dcterms:created>
  <dcterms:modified xsi:type="dcterms:W3CDTF">2026-02-04T08:35:01Z</dcterms:modified>
</cp:coreProperties>
</file>