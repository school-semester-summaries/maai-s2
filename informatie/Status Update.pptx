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535C0-4572-783E-D399-1B9F48111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E779EE-A005-3C1A-97D1-75E4D1D3F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9603-BFE6-413F-B984-F7F7438A3EE4}" type="datetimeFigureOut">
              <a:rPr lang="en-NL" smtClean="0"/>
              <a:t>18/02/2026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792861-CF42-9D03-A9B0-DE0172C4F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F992B-1D0D-47D7-8863-9699BD9BC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DC549-0D35-4574-A615-0C7F6DB24FC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78338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0D502B-54CD-733B-D70F-69503AA5B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E668C-584A-2388-FB74-EA6A594E6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43411-B29E-624F-B99C-F6C38639F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D59603-BFE6-413F-B984-F7F7438A3EE4}" type="datetimeFigureOut">
              <a:rPr lang="en-NL" smtClean="0"/>
              <a:t>18/02/2026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57C11-E156-C670-A3A7-25975770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9A657-9C79-51D6-B026-F8D309504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3DC549-0D35-4574-A615-0C7F6DB24FC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01832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42EA59F-806D-B3D1-00A7-E9D227B8B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Status Update</a:t>
            </a:r>
            <a:endParaRPr lang="en-N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8F1CC9-4768-9364-1AA8-2EE6594C41B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753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5CDE48B-8F35-F408-7E15-9F1C4F8D5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Wat moest er af deze week</a:t>
            </a:r>
            <a:endParaRPr lang="en-N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236398-E06A-B690-AB1F-06F7DF36CF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668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B649684-22A7-15E6-488C-2EB4DCB3A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Wat moest er af deze week</a:t>
            </a:r>
            <a:endParaRPr lang="en-N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007F59-34D5-205C-3022-D531390665E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51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8F106B5-A7C1-2809-6965-19061D82C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>
                <a:solidFill>
                  <a:srgbClr val="00B050"/>
                </a:solidFill>
              </a:rPr>
              <a:t>Hoofdvragen en Deelvragen</a:t>
            </a:r>
            <a:endParaRPr lang="en-NL">
              <a:solidFill>
                <a:srgbClr val="00B05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1B4862-149C-D2C2-CEEC-A6FBD2B732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232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791C224-0751-61AE-A277-A5426CA72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>
                <a:solidFill>
                  <a:srgbClr val="00B050"/>
                </a:solidFill>
              </a:rPr>
              <a:t>Context</a:t>
            </a:r>
            <a:r>
              <a:rPr lang="en-GB"/>
              <a:t>, </a:t>
            </a:r>
            <a:r>
              <a:rPr lang="en-GB">
                <a:solidFill>
                  <a:srgbClr val="FFC000"/>
                </a:solidFill>
              </a:rPr>
              <a:t>Probleem</a:t>
            </a:r>
            <a:r>
              <a:rPr lang="en-GB"/>
              <a:t>, </a:t>
            </a:r>
            <a:r>
              <a:rPr lang="en-GB">
                <a:solidFill>
                  <a:srgbClr val="FFC000"/>
                </a:solidFill>
              </a:rPr>
              <a:t>Bestaand werk, </a:t>
            </a:r>
            <a:r>
              <a:rPr lang="en-GB">
                <a:solidFill>
                  <a:srgbClr val="FF0000"/>
                </a:solidFill>
              </a:rPr>
              <a:t>Gat in…</a:t>
            </a:r>
            <a:endParaRPr lang="en-NL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6F0F7E-3C3F-9F51-E9ED-4FBE53ED208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016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7171337-DFC6-A050-D547-4A158CF45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>
                <a:solidFill>
                  <a:srgbClr val="FFC000"/>
                </a:solidFill>
              </a:rPr>
              <a:t>Techniek Kiezen</a:t>
            </a:r>
            <a:endParaRPr lang="en-NL">
              <a:solidFill>
                <a:srgbClr val="FFC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8F4A1E-EA9C-DB7D-B596-8EC693121B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43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4E67495-B349-F800-D954-4A0D6049D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>
                <a:solidFill>
                  <a:srgbClr val="FFC000"/>
                </a:solidFill>
              </a:rPr>
              <a:t>Dataset</a:t>
            </a:r>
            <a:endParaRPr lang="en-NL">
              <a:solidFill>
                <a:srgbClr val="FFC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BF2A9D-8445-04EE-CA34-FF25B7802D2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649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Status Update</vt:lpstr>
      <vt:lpstr>Wat moest er af deze week</vt:lpstr>
      <vt:lpstr>Wat moest er af deze week</vt:lpstr>
      <vt:lpstr>Hoofdvragen en Deelvragen</vt:lpstr>
      <vt:lpstr>Context, Probleem, Bestaand werk, Gat in…</vt:lpstr>
      <vt:lpstr>Techniek Kiezen</vt:lpstr>
      <vt:lpstr>Dataset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Kaan Gögcay</dc:creator>
  <cp:lastModifiedBy>Kaan Gögcay</cp:lastModifiedBy>
  <cp:revision>1</cp:revision>
  <dcterms:created xsi:type="dcterms:W3CDTF">2026-02-18T13:14:07Z</dcterms:created>
  <dcterms:modified xsi:type="dcterms:W3CDTF">2026-02-18T13:14:07Z</dcterms:modified>
</cp:coreProperties>
</file>